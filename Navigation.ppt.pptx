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rgbClr val="5391B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rgbClr val="5391B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rgbClr val="5391B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391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364216" y="0"/>
            <a:ext cx="6924040" cy="3007995"/>
          </a:xfrm>
          <a:custGeom>
            <a:avLst/>
            <a:gdLst/>
            <a:ahLst/>
            <a:cxnLst/>
            <a:rect l="l" t="t" r="r" b="b"/>
            <a:pathLst>
              <a:path w="6924040" h="3007995">
                <a:moveTo>
                  <a:pt x="6923784" y="3007706"/>
                </a:moveTo>
                <a:lnTo>
                  <a:pt x="0" y="9726"/>
                </a:lnTo>
                <a:lnTo>
                  <a:pt x="0" y="0"/>
                </a:lnTo>
                <a:lnTo>
                  <a:pt x="6923784" y="0"/>
                </a:lnTo>
                <a:lnTo>
                  <a:pt x="6923784" y="3007706"/>
                </a:lnTo>
                <a:close/>
              </a:path>
            </a:pathLst>
          </a:custGeom>
          <a:solidFill>
            <a:srgbClr val="7ED3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4542863" y="0"/>
            <a:ext cx="3745229" cy="3197860"/>
          </a:xfrm>
          <a:custGeom>
            <a:avLst/>
            <a:gdLst/>
            <a:ahLst/>
            <a:cxnLst/>
            <a:rect l="l" t="t" r="r" b="b"/>
            <a:pathLst>
              <a:path w="3745230" h="3197860">
                <a:moveTo>
                  <a:pt x="2941978" y="3197808"/>
                </a:moveTo>
                <a:lnTo>
                  <a:pt x="0" y="1921605"/>
                </a:lnTo>
                <a:lnTo>
                  <a:pt x="1892223" y="0"/>
                </a:lnTo>
                <a:lnTo>
                  <a:pt x="3745137" y="0"/>
                </a:lnTo>
                <a:lnTo>
                  <a:pt x="3745137" y="2392599"/>
                </a:lnTo>
                <a:lnTo>
                  <a:pt x="2941978" y="3197808"/>
                </a:lnTo>
                <a:close/>
              </a:path>
            </a:pathLst>
          </a:custGeom>
          <a:solidFill>
            <a:srgbClr val="BFE4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7484841" y="2822348"/>
            <a:ext cx="803275" cy="375920"/>
          </a:xfrm>
          <a:custGeom>
            <a:avLst/>
            <a:gdLst/>
            <a:ahLst/>
            <a:cxnLst/>
            <a:rect l="l" t="t" r="r" b="b"/>
            <a:pathLst>
              <a:path w="803275" h="375919">
                <a:moveTo>
                  <a:pt x="0" y="375460"/>
                </a:moveTo>
                <a:lnTo>
                  <a:pt x="374422" y="0"/>
                </a:lnTo>
                <a:lnTo>
                  <a:pt x="803159" y="185375"/>
                </a:lnTo>
                <a:lnTo>
                  <a:pt x="803159" y="202092"/>
                </a:lnTo>
                <a:lnTo>
                  <a:pt x="0" y="375460"/>
                </a:lnTo>
                <a:close/>
              </a:path>
            </a:pathLst>
          </a:custGeom>
          <a:solidFill>
            <a:srgbClr val="B9D4D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6174" y="2512556"/>
            <a:ext cx="11449049" cy="777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rgbClr val="5391B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367786" y="6520255"/>
            <a:ext cx="12396470" cy="3766820"/>
          </a:xfrm>
          <a:custGeom>
            <a:avLst/>
            <a:gdLst/>
            <a:ahLst/>
            <a:cxnLst/>
            <a:rect l="l" t="t" r="r" b="b"/>
            <a:pathLst>
              <a:path w="12396469" h="3766820">
                <a:moveTo>
                  <a:pt x="8629688" y="0"/>
                </a:moveTo>
                <a:lnTo>
                  <a:pt x="0" y="3739706"/>
                </a:lnTo>
                <a:lnTo>
                  <a:pt x="0" y="3766743"/>
                </a:lnTo>
                <a:lnTo>
                  <a:pt x="12396417" y="3766743"/>
                </a:lnTo>
                <a:lnTo>
                  <a:pt x="8629688" y="0"/>
                </a:lnTo>
                <a:close/>
              </a:path>
            </a:pathLst>
          </a:custGeom>
          <a:solidFill>
            <a:srgbClr val="7ED3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314896" y="6297878"/>
            <a:ext cx="7629525" cy="3989704"/>
          </a:xfrm>
          <a:custGeom>
            <a:avLst/>
            <a:gdLst/>
            <a:ahLst/>
            <a:cxnLst/>
            <a:rect l="l" t="t" r="r" b="b"/>
            <a:pathLst>
              <a:path w="7629525" h="3989704">
                <a:moveTo>
                  <a:pt x="3653224" y="0"/>
                </a:moveTo>
                <a:lnTo>
                  <a:pt x="0" y="1586039"/>
                </a:lnTo>
                <a:lnTo>
                  <a:pt x="2364391" y="3989120"/>
                </a:lnTo>
                <a:lnTo>
                  <a:pt x="7628917" y="3989120"/>
                </a:lnTo>
                <a:lnTo>
                  <a:pt x="3653224" y="0"/>
                </a:lnTo>
                <a:close/>
              </a:path>
            </a:pathLst>
          </a:custGeom>
          <a:solidFill>
            <a:srgbClr val="BFE4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2968121" y="6297878"/>
            <a:ext cx="1029969" cy="466725"/>
          </a:xfrm>
          <a:custGeom>
            <a:avLst/>
            <a:gdLst/>
            <a:ahLst/>
            <a:cxnLst/>
            <a:rect l="l" t="t" r="r" b="b"/>
            <a:pathLst>
              <a:path w="1029969" h="466725">
                <a:moveTo>
                  <a:pt x="0" y="0"/>
                </a:moveTo>
                <a:lnTo>
                  <a:pt x="464942" y="466615"/>
                </a:lnTo>
                <a:lnTo>
                  <a:pt x="1029353" y="222377"/>
                </a:lnTo>
                <a:lnTo>
                  <a:pt x="0" y="0"/>
                </a:lnTo>
                <a:close/>
              </a:path>
            </a:pathLst>
          </a:custGeom>
          <a:solidFill>
            <a:srgbClr val="B9D4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5698997" y="6882844"/>
            <a:ext cx="2581275" cy="3404235"/>
          </a:xfrm>
          <a:custGeom>
            <a:avLst/>
            <a:gdLst/>
            <a:ahLst/>
            <a:cxnLst/>
            <a:rect l="l" t="t" r="r" b="b"/>
            <a:pathLst>
              <a:path w="2581275" h="3404234">
                <a:moveTo>
                  <a:pt x="2574135" y="0"/>
                </a:moveTo>
                <a:lnTo>
                  <a:pt x="0" y="1338786"/>
                </a:lnTo>
                <a:lnTo>
                  <a:pt x="2065237" y="3404155"/>
                </a:lnTo>
                <a:lnTo>
                  <a:pt x="2580679" y="3404155"/>
                </a:lnTo>
                <a:lnTo>
                  <a:pt x="2574135" y="0"/>
                </a:lnTo>
                <a:close/>
              </a:path>
            </a:pathLst>
          </a:custGeom>
          <a:solidFill>
            <a:srgbClr val="58B0C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0"/>
            <a:ext cx="685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52563"/>
            <a:ext cx="15946119" cy="1427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rgbClr val="5391B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39455" y="2892021"/>
            <a:ext cx="10809089" cy="4970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940167"/>
            <a:ext cx="7861934" cy="672274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 marR="5080">
              <a:lnSpc>
                <a:spcPts val="13180"/>
              </a:lnSpc>
              <a:spcBef>
                <a:spcPts val="350"/>
              </a:spcBef>
            </a:pPr>
            <a:r>
              <a:rPr dirty="0" sz="11000" spc="290" b="1">
                <a:solidFill>
                  <a:srgbClr val="5391B0"/>
                </a:solidFill>
                <a:latin typeface="Trebuchet MS"/>
                <a:cs typeface="Trebuchet MS"/>
              </a:rPr>
              <a:t>Intelligent </a:t>
            </a:r>
            <a:r>
              <a:rPr dirty="0" sz="11000" spc="1355" b="1">
                <a:solidFill>
                  <a:srgbClr val="5391B0"/>
                </a:solidFill>
                <a:latin typeface="Trebuchet MS"/>
                <a:cs typeface="Trebuchet MS"/>
              </a:rPr>
              <a:t>Campus </a:t>
            </a:r>
            <a:r>
              <a:rPr dirty="0" sz="11000" spc="725" b="1">
                <a:solidFill>
                  <a:srgbClr val="5391B0"/>
                </a:solidFill>
                <a:latin typeface="Trebuchet MS"/>
                <a:cs typeface="Trebuchet MS"/>
              </a:rPr>
              <a:t>Navigation </a:t>
            </a:r>
            <a:r>
              <a:rPr dirty="0" sz="11000" spc="700" b="1">
                <a:solidFill>
                  <a:srgbClr val="5391B0"/>
                </a:solidFill>
                <a:latin typeface="Trebuchet MS"/>
                <a:cs typeface="Trebuchet MS"/>
              </a:rPr>
              <a:t>Assistant</a:t>
            </a:r>
            <a:endParaRPr sz="11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70920" y="5780551"/>
            <a:ext cx="3542029" cy="4254500"/>
          </a:xfrm>
          <a:custGeom>
            <a:avLst/>
            <a:gdLst/>
            <a:ahLst/>
            <a:cxnLst/>
            <a:rect l="l" t="t" r="r" b="b"/>
            <a:pathLst>
              <a:path w="3542029" h="4254500">
                <a:moveTo>
                  <a:pt x="22187" y="76200"/>
                </a:moveTo>
                <a:lnTo>
                  <a:pt x="66106" y="76200"/>
                </a:lnTo>
                <a:lnTo>
                  <a:pt x="77730" y="63500"/>
                </a:lnTo>
                <a:lnTo>
                  <a:pt x="85451" y="50800"/>
                </a:lnTo>
                <a:lnTo>
                  <a:pt x="88251" y="38100"/>
                </a:lnTo>
                <a:lnTo>
                  <a:pt x="84774" y="25400"/>
                </a:lnTo>
                <a:lnTo>
                  <a:pt x="75302" y="12700"/>
                </a:lnTo>
                <a:lnTo>
                  <a:pt x="61273" y="0"/>
                </a:lnTo>
                <a:lnTo>
                  <a:pt x="26977" y="0"/>
                </a:lnTo>
                <a:lnTo>
                  <a:pt x="12948" y="12700"/>
                </a:lnTo>
                <a:lnTo>
                  <a:pt x="3476" y="25400"/>
                </a:lnTo>
                <a:lnTo>
                  <a:pt x="0" y="38100"/>
                </a:lnTo>
                <a:lnTo>
                  <a:pt x="2813" y="50800"/>
                </a:lnTo>
                <a:lnTo>
                  <a:pt x="10558" y="63500"/>
                </a:lnTo>
                <a:lnTo>
                  <a:pt x="22187" y="76200"/>
                </a:lnTo>
                <a:close/>
              </a:path>
              <a:path w="3542029" h="4254500">
                <a:moveTo>
                  <a:pt x="36655" y="1917700"/>
                </a:moveTo>
                <a:lnTo>
                  <a:pt x="51596" y="1917700"/>
                </a:lnTo>
                <a:lnTo>
                  <a:pt x="51596" y="76200"/>
                </a:lnTo>
                <a:lnTo>
                  <a:pt x="36655" y="76200"/>
                </a:lnTo>
                <a:lnTo>
                  <a:pt x="36655" y="1917700"/>
                </a:lnTo>
                <a:close/>
              </a:path>
              <a:path w="3542029" h="4254500">
                <a:moveTo>
                  <a:pt x="1111156" y="1854200"/>
                </a:moveTo>
                <a:lnTo>
                  <a:pt x="1165839" y="1854200"/>
                </a:lnTo>
                <a:lnTo>
                  <a:pt x="1158065" y="1841500"/>
                </a:lnTo>
                <a:lnTo>
                  <a:pt x="1139799" y="1841500"/>
                </a:lnTo>
                <a:lnTo>
                  <a:pt x="1072963" y="1320800"/>
                </a:lnTo>
                <a:lnTo>
                  <a:pt x="1067884" y="1308100"/>
                </a:lnTo>
                <a:lnTo>
                  <a:pt x="1063401" y="1320800"/>
                </a:lnTo>
                <a:lnTo>
                  <a:pt x="1062206" y="1320800"/>
                </a:lnTo>
                <a:lnTo>
                  <a:pt x="1041683" y="1333500"/>
                </a:lnTo>
                <a:lnTo>
                  <a:pt x="1060115" y="1333500"/>
                </a:lnTo>
                <a:lnTo>
                  <a:pt x="1124859" y="1841500"/>
                </a:lnTo>
                <a:lnTo>
                  <a:pt x="1111156" y="1854200"/>
                </a:lnTo>
                <a:close/>
              </a:path>
              <a:path w="3542029" h="4254500">
                <a:moveTo>
                  <a:pt x="19797" y="1993900"/>
                </a:moveTo>
                <a:lnTo>
                  <a:pt x="67334" y="1993900"/>
                </a:lnTo>
                <a:lnTo>
                  <a:pt x="79011" y="1981200"/>
                </a:lnTo>
                <a:lnTo>
                  <a:pt x="86048" y="1968500"/>
                </a:lnTo>
                <a:lnTo>
                  <a:pt x="88135" y="1955800"/>
                </a:lnTo>
                <a:lnTo>
                  <a:pt x="84964" y="1943100"/>
                </a:lnTo>
                <a:lnTo>
                  <a:pt x="1060115" y="1333500"/>
                </a:lnTo>
                <a:lnTo>
                  <a:pt x="1041683" y="1333500"/>
                </a:lnTo>
                <a:lnTo>
                  <a:pt x="77095" y="1930400"/>
                </a:lnTo>
                <a:lnTo>
                  <a:pt x="8158" y="1930400"/>
                </a:lnTo>
                <a:lnTo>
                  <a:pt x="1245" y="1943100"/>
                </a:lnTo>
                <a:lnTo>
                  <a:pt x="607" y="1968500"/>
                </a:lnTo>
                <a:lnTo>
                  <a:pt x="6673" y="1981200"/>
                </a:lnTo>
                <a:lnTo>
                  <a:pt x="12619" y="1981200"/>
                </a:lnTo>
                <a:lnTo>
                  <a:pt x="19797" y="1993900"/>
                </a:lnTo>
                <a:close/>
              </a:path>
              <a:path w="3542029" h="4254500">
                <a:moveTo>
                  <a:pt x="3453865" y="1879600"/>
                </a:moveTo>
                <a:lnTo>
                  <a:pt x="3540921" y="1879600"/>
                </a:lnTo>
                <a:lnTo>
                  <a:pt x="3541618" y="1866900"/>
                </a:lnTo>
                <a:lnTo>
                  <a:pt x="3540722" y="1866900"/>
                </a:lnTo>
                <a:lnTo>
                  <a:pt x="3540423" y="1854200"/>
                </a:lnTo>
                <a:lnTo>
                  <a:pt x="3457350" y="1854200"/>
                </a:lnTo>
                <a:lnTo>
                  <a:pt x="1946714" y="1473200"/>
                </a:lnTo>
                <a:lnTo>
                  <a:pt x="1947411" y="1460500"/>
                </a:lnTo>
                <a:lnTo>
                  <a:pt x="1945817" y="1447800"/>
                </a:lnTo>
                <a:lnTo>
                  <a:pt x="1941534" y="1447800"/>
                </a:lnTo>
                <a:lnTo>
                  <a:pt x="1930178" y="1435100"/>
                </a:lnTo>
                <a:lnTo>
                  <a:pt x="1915226" y="1422400"/>
                </a:lnTo>
                <a:lnTo>
                  <a:pt x="1881671" y="1422400"/>
                </a:lnTo>
                <a:lnTo>
                  <a:pt x="1869430" y="1435100"/>
                </a:lnTo>
                <a:lnTo>
                  <a:pt x="1861662" y="1447800"/>
                </a:lnTo>
                <a:lnTo>
                  <a:pt x="1858769" y="1460500"/>
                </a:lnTo>
                <a:lnTo>
                  <a:pt x="1861152" y="1485900"/>
                </a:lnTo>
                <a:lnTo>
                  <a:pt x="1943029" y="1485900"/>
                </a:lnTo>
                <a:lnTo>
                  <a:pt x="3453765" y="1866900"/>
                </a:lnTo>
                <a:lnTo>
                  <a:pt x="3453865" y="1879600"/>
                </a:lnTo>
                <a:close/>
              </a:path>
              <a:path w="3542029" h="4254500">
                <a:moveTo>
                  <a:pt x="20518" y="4178300"/>
                </a:moveTo>
                <a:lnTo>
                  <a:pt x="69326" y="4178300"/>
                </a:lnTo>
                <a:lnTo>
                  <a:pt x="1126055" y="1930400"/>
                </a:lnTo>
                <a:lnTo>
                  <a:pt x="1143386" y="1930400"/>
                </a:lnTo>
                <a:lnTo>
                  <a:pt x="1160006" y="1917700"/>
                </a:lnTo>
                <a:lnTo>
                  <a:pt x="1172658" y="1905000"/>
                </a:lnTo>
                <a:lnTo>
                  <a:pt x="1180211" y="1892300"/>
                </a:lnTo>
                <a:lnTo>
                  <a:pt x="1181535" y="1879600"/>
                </a:lnTo>
                <a:lnTo>
                  <a:pt x="1181137" y="1879600"/>
                </a:lnTo>
                <a:lnTo>
                  <a:pt x="1180340" y="1866900"/>
                </a:lnTo>
                <a:lnTo>
                  <a:pt x="1179444" y="1866900"/>
                </a:lnTo>
                <a:lnTo>
                  <a:pt x="1868225" y="1498600"/>
                </a:lnTo>
                <a:lnTo>
                  <a:pt x="1935434" y="1498600"/>
                </a:lnTo>
                <a:lnTo>
                  <a:pt x="1939708" y="1485900"/>
                </a:lnTo>
                <a:lnTo>
                  <a:pt x="1861152" y="1485900"/>
                </a:lnTo>
                <a:lnTo>
                  <a:pt x="1172371" y="1854200"/>
                </a:lnTo>
                <a:lnTo>
                  <a:pt x="1100916" y="1854200"/>
                </a:lnTo>
                <a:lnTo>
                  <a:pt x="1094954" y="1879600"/>
                </a:lnTo>
                <a:lnTo>
                  <a:pt x="1094081" y="1892300"/>
                </a:lnTo>
                <a:lnTo>
                  <a:pt x="1096303" y="1905000"/>
                </a:lnTo>
                <a:lnTo>
                  <a:pt x="1100281" y="1905000"/>
                </a:lnTo>
                <a:lnTo>
                  <a:pt x="1105791" y="1917700"/>
                </a:lnTo>
                <a:lnTo>
                  <a:pt x="1112608" y="1917700"/>
                </a:lnTo>
                <a:lnTo>
                  <a:pt x="55879" y="4165600"/>
                </a:lnTo>
                <a:lnTo>
                  <a:pt x="21116" y="4165600"/>
                </a:lnTo>
                <a:lnTo>
                  <a:pt x="20518" y="4178300"/>
                </a:lnTo>
                <a:close/>
              </a:path>
              <a:path w="3542029" h="4254500">
                <a:moveTo>
                  <a:pt x="1887737" y="1511300"/>
                </a:moveTo>
                <a:lnTo>
                  <a:pt x="1919721" y="1511300"/>
                </a:lnTo>
                <a:lnTo>
                  <a:pt x="1924104" y="1498600"/>
                </a:lnTo>
                <a:lnTo>
                  <a:pt x="1880514" y="1498600"/>
                </a:lnTo>
                <a:lnTo>
                  <a:pt x="1887737" y="1511300"/>
                </a:lnTo>
                <a:close/>
              </a:path>
              <a:path w="3542029" h="4254500">
                <a:moveTo>
                  <a:pt x="1901593" y="2908300"/>
                </a:moveTo>
                <a:lnTo>
                  <a:pt x="1916833" y="2908300"/>
                </a:lnTo>
                <a:lnTo>
                  <a:pt x="1910657" y="1511300"/>
                </a:lnTo>
                <a:lnTo>
                  <a:pt x="1895418" y="1511300"/>
                </a:lnTo>
                <a:lnTo>
                  <a:pt x="1901593" y="2908300"/>
                </a:lnTo>
                <a:close/>
              </a:path>
              <a:path w="3542029" h="4254500">
                <a:moveTo>
                  <a:pt x="3469901" y="1841500"/>
                </a:moveTo>
                <a:lnTo>
                  <a:pt x="3524984" y="1841500"/>
                </a:lnTo>
                <a:lnTo>
                  <a:pt x="3524087" y="1828800"/>
                </a:lnTo>
                <a:lnTo>
                  <a:pt x="3470996" y="1828800"/>
                </a:lnTo>
                <a:lnTo>
                  <a:pt x="3469901" y="1841500"/>
                </a:lnTo>
                <a:close/>
              </a:path>
              <a:path w="3542029" h="4254500">
                <a:moveTo>
                  <a:pt x="3458147" y="1854200"/>
                </a:moveTo>
                <a:lnTo>
                  <a:pt x="3537036" y="1854200"/>
                </a:lnTo>
                <a:lnTo>
                  <a:pt x="3535642" y="1841500"/>
                </a:lnTo>
                <a:lnTo>
                  <a:pt x="3459542" y="1841500"/>
                </a:lnTo>
                <a:lnTo>
                  <a:pt x="3458147" y="1854200"/>
                </a:lnTo>
                <a:close/>
              </a:path>
              <a:path w="3542029" h="4254500">
                <a:moveTo>
                  <a:pt x="3456953" y="1892300"/>
                </a:moveTo>
                <a:lnTo>
                  <a:pt x="3537833" y="1892300"/>
                </a:lnTo>
                <a:lnTo>
                  <a:pt x="3538431" y="1879600"/>
                </a:lnTo>
                <a:lnTo>
                  <a:pt x="3456654" y="1879600"/>
                </a:lnTo>
                <a:lnTo>
                  <a:pt x="3456953" y="1892300"/>
                </a:lnTo>
                <a:close/>
              </a:path>
              <a:path w="3542029" h="4254500">
                <a:moveTo>
                  <a:pt x="1869022" y="2933700"/>
                </a:moveTo>
                <a:lnTo>
                  <a:pt x="1949703" y="2933700"/>
                </a:lnTo>
                <a:lnTo>
                  <a:pt x="3465818" y="1905000"/>
                </a:lnTo>
                <a:lnTo>
                  <a:pt x="3529865" y="1905000"/>
                </a:lnTo>
                <a:lnTo>
                  <a:pt x="3530662" y="1892300"/>
                </a:lnTo>
                <a:lnTo>
                  <a:pt x="3457451" y="1892300"/>
                </a:lnTo>
                <a:lnTo>
                  <a:pt x="1941336" y="2921000"/>
                </a:lnTo>
                <a:lnTo>
                  <a:pt x="1869321" y="2921000"/>
                </a:lnTo>
                <a:lnTo>
                  <a:pt x="1869022" y="2933700"/>
                </a:lnTo>
                <a:close/>
              </a:path>
              <a:path w="3542029" h="4254500">
                <a:moveTo>
                  <a:pt x="3484344" y="1917700"/>
                </a:moveTo>
                <a:lnTo>
                  <a:pt x="3510442" y="1917700"/>
                </a:lnTo>
                <a:lnTo>
                  <a:pt x="3511537" y="1905000"/>
                </a:lnTo>
                <a:lnTo>
                  <a:pt x="3482751" y="1905000"/>
                </a:lnTo>
                <a:lnTo>
                  <a:pt x="3484344" y="1917700"/>
                </a:lnTo>
                <a:close/>
              </a:path>
              <a:path w="3542029" h="4254500">
                <a:moveTo>
                  <a:pt x="8158" y="1930400"/>
                </a:moveTo>
                <a:lnTo>
                  <a:pt x="77095" y="1930400"/>
                </a:lnTo>
                <a:lnTo>
                  <a:pt x="71612" y="1917700"/>
                </a:lnTo>
                <a:lnTo>
                  <a:pt x="20917" y="1917700"/>
                </a:lnTo>
                <a:lnTo>
                  <a:pt x="8158" y="1930400"/>
                </a:lnTo>
                <a:close/>
              </a:path>
              <a:path w="3542029" h="4254500">
                <a:moveTo>
                  <a:pt x="36655" y="4165600"/>
                </a:moveTo>
                <a:lnTo>
                  <a:pt x="51596" y="4165600"/>
                </a:lnTo>
                <a:lnTo>
                  <a:pt x="51596" y="1993900"/>
                </a:lnTo>
                <a:lnTo>
                  <a:pt x="36655" y="1993900"/>
                </a:lnTo>
                <a:lnTo>
                  <a:pt x="36655" y="4165600"/>
                </a:lnTo>
                <a:close/>
              </a:path>
              <a:path w="3542029" h="4254500">
                <a:moveTo>
                  <a:pt x="1876791" y="2921000"/>
                </a:moveTo>
                <a:lnTo>
                  <a:pt x="1941336" y="2921000"/>
                </a:lnTo>
                <a:lnTo>
                  <a:pt x="1940739" y="2908300"/>
                </a:lnTo>
                <a:lnTo>
                  <a:pt x="1878086" y="2908300"/>
                </a:lnTo>
                <a:lnTo>
                  <a:pt x="1876791" y="2921000"/>
                </a:lnTo>
                <a:close/>
              </a:path>
              <a:path w="3542029" h="4254500">
                <a:moveTo>
                  <a:pt x="1866332" y="2959100"/>
                </a:moveTo>
                <a:lnTo>
                  <a:pt x="1952491" y="2959100"/>
                </a:lnTo>
                <a:lnTo>
                  <a:pt x="1952690" y="2946395"/>
                </a:lnTo>
                <a:lnTo>
                  <a:pt x="1953288" y="2946395"/>
                </a:lnTo>
                <a:lnTo>
                  <a:pt x="1952691" y="2933700"/>
                </a:lnTo>
                <a:lnTo>
                  <a:pt x="1865834" y="2933700"/>
                </a:lnTo>
                <a:lnTo>
                  <a:pt x="1865734" y="2946395"/>
                </a:lnTo>
                <a:lnTo>
                  <a:pt x="1866332" y="2959100"/>
                </a:lnTo>
                <a:close/>
              </a:path>
              <a:path w="3542029" h="4254500">
                <a:moveTo>
                  <a:pt x="3290672" y="4178300"/>
                </a:moveTo>
                <a:lnTo>
                  <a:pt x="3322483" y="4178300"/>
                </a:lnTo>
                <a:lnTo>
                  <a:pt x="2624239" y="3822700"/>
                </a:lnTo>
                <a:lnTo>
                  <a:pt x="2626046" y="3810000"/>
                </a:lnTo>
                <a:lnTo>
                  <a:pt x="2623833" y="3797300"/>
                </a:lnTo>
                <a:lnTo>
                  <a:pt x="2619757" y="3784600"/>
                </a:lnTo>
                <a:lnTo>
                  <a:pt x="3012307" y="3441700"/>
                </a:lnTo>
                <a:lnTo>
                  <a:pt x="3016590" y="3441700"/>
                </a:lnTo>
                <a:lnTo>
                  <a:pt x="3014299" y="3429000"/>
                </a:lnTo>
                <a:lnTo>
                  <a:pt x="3010116" y="3429000"/>
                </a:lnTo>
                <a:lnTo>
                  <a:pt x="2965638" y="3403600"/>
                </a:lnTo>
                <a:lnTo>
                  <a:pt x="2920830" y="3390900"/>
                </a:lnTo>
                <a:lnTo>
                  <a:pt x="2830330" y="3340100"/>
                </a:lnTo>
                <a:lnTo>
                  <a:pt x="2784694" y="3327400"/>
                </a:lnTo>
                <a:lnTo>
                  <a:pt x="2692788" y="3276600"/>
                </a:lnTo>
                <a:lnTo>
                  <a:pt x="2646572" y="3263900"/>
                </a:lnTo>
                <a:lnTo>
                  <a:pt x="2600217" y="3238500"/>
                </a:lnTo>
                <a:lnTo>
                  <a:pt x="2553752" y="3225800"/>
                </a:lnTo>
                <a:lnTo>
                  <a:pt x="2460598" y="3175000"/>
                </a:lnTo>
                <a:lnTo>
                  <a:pt x="2413964" y="3162300"/>
                </a:lnTo>
                <a:lnTo>
                  <a:pt x="2367329" y="3136900"/>
                </a:lnTo>
                <a:lnTo>
                  <a:pt x="2227692" y="3073400"/>
                </a:lnTo>
                <a:lnTo>
                  <a:pt x="2181327" y="3060700"/>
                </a:lnTo>
                <a:lnTo>
                  <a:pt x="2135098" y="3035300"/>
                </a:lnTo>
                <a:lnTo>
                  <a:pt x="2089033" y="3022600"/>
                </a:lnTo>
                <a:lnTo>
                  <a:pt x="1997503" y="2971800"/>
                </a:lnTo>
                <a:lnTo>
                  <a:pt x="1952093" y="2959100"/>
                </a:lnTo>
                <a:lnTo>
                  <a:pt x="1869221" y="2959100"/>
                </a:lnTo>
                <a:lnTo>
                  <a:pt x="1850539" y="2971800"/>
                </a:lnTo>
                <a:lnTo>
                  <a:pt x="1945918" y="2971800"/>
                </a:lnTo>
                <a:lnTo>
                  <a:pt x="2993383" y="3441700"/>
                </a:lnTo>
                <a:lnTo>
                  <a:pt x="2609797" y="3771900"/>
                </a:lnTo>
                <a:lnTo>
                  <a:pt x="2553021" y="3771900"/>
                </a:lnTo>
                <a:lnTo>
                  <a:pt x="2546670" y="3784600"/>
                </a:lnTo>
                <a:lnTo>
                  <a:pt x="2542102" y="3797300"/>
                </a:lnTo>
                <a:lnTo>
                  <a:pt x="2539308" y="3797300"/>
                </a:lnTo>
                <a:lnTo>
                  <a:pt x="2538279" y="3810000"/>
                </a:lnTo>
                <a:lnTo>
                  <a:pt x="2456535" y="3822700"/>
                </a:lnTo>
                <a:lnTo>
                  <a:pt x="2540470" y="3822700"/>
                </a:lnTo>
                <a:lnTo>
                  <a:pt x="2542263" y="3835400"/>
                </a:lnTo>
                <a:lnTo>
                  <a:pt x="2617366" y="3835400"/>
                </a:lnTo>
                <a:lnTo>
                  <a:pt x="3290672" y="4178300"/>
                </a:lnTo>
                <a:close/>
              </a:path>
              <a:path w="3542029" h="4254500">
                <a:moveTo>
                  <a:pt x="1880377" y="2984500"/>
                </a:moveTo>
                <a:lnTo>
                  <a:pt x="1938348" y="2984500"/>
                </a:lnTo>
                <a:lnTo>
                  <a:pt x="1939244" y="2971800"/>
                </a:lnTo>
                <a:lnTo>
                  <a:pt x="1879082" y="2971800"/>
                </a:lnTo>
                <a:lnTo>
                  <a:pt x="1880377" y="2984500"/>
                </a:lnTo>
                <a:close/>
              </a:path>
              <a:path w="3542029" h="4254500">
                <a:moveTo>
                  <a:pt x="7470" y="4191000"/>
                </a:moveTo>
                <a:lnTo>
                  <a:pt x="84367" y="4191000"/>
                </a:lnTo>
                <a:lnTo>
                  <a:pt x="1877787" y="2971800"/>
                </a:lnTo>
                <a:lnTo>
                  <a:pt x="1850539" y="2971800"/>
                </a:lnTo>
                <a:lnTo>
                  <a:pt x="75801" y="4178300"/>
                </a:lnTo>
                <a:lnTo>
                  <a:pt x="7968" y="4178300"/>
                </a:lnTo>
                <a:lnTo>
                  <a:pt x="7470" y="4191000"/>
                </a:lnTo>
                <a:close/>
              </a:path>
              <a:path w="3542029" h="4254500">
                <a:moveTo>
                  <a:pt x="199" y="4216400"/>
                </a:moveTo>
                <a:lnTo>
                  <a:pt x="88151" y="4216400"/>
                </a:lnTo>
                <a:lnTo>
                  <a:pt x="2540470" y="3822700"/>
                </a:lnTo>
                <a:lnTo>
                  <a:pt x="2456535" y="3822700"/>
                </a:lnTo>
                <a:lnTo>
                  <a:pt x="85961" y="4191000"/>
                </a:lnTo>
                <a:lnTo>
                  <a:pt x="2490" y="4191000"/>
                </a:lnTo>
                <a:lnTo>
                  <a:pt x="1793" y="4203700"/>
                </a:lnTo>
                <a:lnTo>
                  <a:pt x="100" y="4203700"/>
                </a:lnTo>
                <a:lnTo>
                  <a:pt x="199" y="4216400"/>
                </a:lnTo>
                <a:close/>
              </a:path>
              <a:path w="3542029" h="4254500">
                <a:moveTo>
                  <a:pt x="2579478" y="3860800"/>
                </a:moveTo>
                <a:lnTo>
                  <a:pt x="2596214" y="3848100"/>
                </a:lnTo>
                <a:lnTo>
                  <a:pt x="2613681" y="3848100"/>
                </a:lnTo>
                <a:lnTo>
                  <a:pt x="2615573" y="3835400"/>
                </a:lnTo>
                <a:lnTo>
                  <a:pt x="2549135" y="3835400"/>
                </a:lnTo>
                <a:lnTo>
                  <a:pt x="2563135" y="3848100"/>
                </a:lnTo>
                <a:lnTo>
                  <a:pt x="2579478" y="3860800"/>
                </a:lnTo>
                <a:close/>
              </a:path>
              <a:path w="3542029" h="4254500">
                <a:moveTo>
                  <a:pt x="3337523" y="4254500"/>
                </a:moveTo>
                <a:lnTo>
                  <a:pt x="3371165" y="4254500"/>
                </a:lnTo>
                <a:lnTo>
                  <a:pt x="3385960" y="4241800"/>
                </a:lnTo>
                <a:lnTo>
                  <a:pt x="3396889" y="4229100"/>
                </a:lnTo>
                <a:lnTo>
                  <a:pt x="3401662" y="4216400"/>
                </a:lnTo>
                <a:lnTo>
                  <a:pt x="3399665" y="4191000"/>
                </a:lnTo>
                <a:lnTo>
                  <a:pt x="3391524" y="4178300"/>
                </a:lnTo>
                <a:lnTo>
                  <a:pt x="3377864" y="4165600"/>
                </a:lnTo>
                <a:lnTo>
                  <a:pt x="3347633" y="4165600"/>
                </a:lnTo>
                <a:lnTo>
                  <a:pt x="3333741" y="4178300"/>
                </a:lnTo>
                <a:lnTo>
                  <a:pt x="3290672" y="4178300"/>
                </a:lnTo>
                <a:lnTo>
                  <a:pt x="3315610" y="4191000"/>
                </a:lnTo>
                <a:lnTo>
                  <a:pt x="3313655" y="4216400"/>
                </a:lnTo>
                <a:lnTo>
                  <a:pt x="3316930" y="4229100"/>
                </a:lnTo>
                <a:lnTo>
                  <a:pt x="3325023" y="4241800"/>
                </a:lnTo>
                <a:lnTo>
                  <a:pt x="3337523" y="4254500"/>
                </a:lnTo>
                <a:close/>
              </a:path>
              <a:path w="3542029" h="4254500">
                <a:moveTo>
                  <a:pt x="2490" y="4229100"/>
                </a:moveTo>
                <a:lnTo>
                  <a:pt x="85860" y="4229100"/>
                </a:lnTo>
                <a:lnTo>
                  <a:pt x="86159" y="4216400"/>
                </a:lnTo>
                <a:lnTo>
                  <a:pt x="2291" y="4216400"/>
                </a:lnTo>
                <a:lnTo>
                  <a:pt x="2490" y="4229100"/>
                </a:lnTo>
                <a:close/>
              </a:path>
              <a:path w="3542029" h="4254500">
                <a:moveTo>
                  <a:pt x="9263" y="4241800"/>
                </a:moveTo>
                <a:lnTo>
                  <a:pt x="79486" y="4241800"/>
                </a:lnTo>
                <a:lnTo>
                  <a:pt x="79785" y="4229100"/>
                </a:lnTo>
                <a:lnTo>
                  <a:pt x="8466" y="4229100"/>
                </a:lnTo>
                <a:lnTo>
                  <a:pt x="9263" y="4241800"/>
                </a:lnTo>
                <a:close/>
              </a:path>
              <a:path w="3542029" h="4254500">
                <a:moveTo>
                  <a:pt x="24602" y="4254500"/>
                </a:moveTo>
                <a:lnTo>
                  <a:pt x="63449" y="4254500"/>
                </a:lnTo>
                <a:lnTo>
                  <a:pt x="65242" y="4241800"/>
                </a:lnTo>
                <a:lnTo>
                  <a:pt x="23905" y="4241800"/>
                </a:lnTo>
                <a:lnTo>
                  <a:pt x="24602" y="4254500"/>
                </a:lnTo>
                <a:close/>
              </a:path>
            </a:pathLst>
          </a:custGeom>
          <a:solidFill>
            <a:srgbClr val="B9D4D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223286" y="0"/>
            <a:ext cx="7065009" cy="10287000"/>
            <a:chOff x="11223286" y="0"/>
            <a:chExt cx="7065009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1223286" y="0"/>
              <a:ext cx="7065009" cy="10287000"/>
            </a:xfrm>
            <a:custGeom>
              <a:avLst/>
              <a:gdLst/>
              <a:ahLst/>
              <a:cxnLst/>
              <a:rect l="l" t="t" r="r" b="b"/>
              <a:pathLst>
                <a:path w="7065009" h="10287000">
                  <a:moveTo>
                    <a:pt x="7064713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064713" y="0"/>
                  </a:lnTo>
                  <a:lnTo>
                    <a:pt x="7064713" y="10287000"/>
                  </a:lnTo>
                  <a:close/>
                </a:path>
              </a:pathLst>
            </a:custGeom>
            <a:solidFill>
              <a:srgbClr val="58B0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2457" y="3204224"/>
              <a:ext cx="5244291" cy="447512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350" spc="470"/>
              <a:t>Key</a:t>
            </a:r>
            <a:r>
              <a:rPr dirty="0" sz="9350" spc="-585"/>
              <a:t> </a:t>
            </a:r>
            <a:r>
              <a:rPr dirty="0" sz="9350" spc="700"/>
              <a:t>Challenges</a:t>
            </a:r>
            <a:endParaRPr sz="9350"/>
          </a:p>
        </p:txBody>
      </p:sp>
      <p:sp>
        <p:nvSpPr>
          <p:cNvPr id="6" name="object 6" descr=""/>
          <p:cNvSpPr txBox="1"/>
          <p:nvPr/>
        </p:nvSpPr>
        <p:spPr>
          <a:xfrm>
            <a:off x="1219719" y="3996838"/>
            <a:ext cx="8684895" cy="4728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99235" indent="258445">
              <a:lnSpc>
                <a:spcPct val="114300"/>
              </a:lnSpc>
              <a:spcBef>
                <a:spcPts val="95"/>
              </a:spcBef>
              <a:buChar char="•"/>
              <a:tabLst>
                <a:tab pos="271145" algn="l"/>
              </a:tabLst>
            </a:pPr>
            <a:r>
              <a:rPr dirty="0" sz="3000" spc="-35">
                <a:latin typeface="Lucida Sans Unicode"/>
                <a:cs typeface="Lucida Sans Unicode"/>
              </a:rPr>
              <a:t>Difficulty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in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75">
                <a:latin typeface="Lucida Sans Unicode"/>
                <a:cs typeface="Lucida Sans Unicode"/>
              </a:rPr>
              <a:t>locating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90">
                <a:latin typeface="Lucida Sans Unicode"/>
                <a:cs typeface="Lucida Sans Unicode"/>
              </a:rPr>
              <a:t>classrooms</a:t>
            </a:r>
            <a:r>
              <a:rPr dirty="0" sz="3000" spc="-150">
                <a:latin typeface="Lucida Sans Unicode"/>
                <a:cs typeface="Lucida Sans Unicode"/>
              </a:rPr>
              <a:t> </a:t>
            </a:r>
            <a:r>
              <a:rPr dirty="0" sz="3000" spc="155">
                <a:latin typeface="Lucida Sans Unicode"/>
                <a:cs typeface="Lucida Sans Unicode"/>
              </a:rPr>
              <a:t>and </a:t>
            </a:r>
            <a:r>
              <a:rPr dirty="0" sz="3000" spc="95">
                <a:latin typeface="Lucida Sans Unicode"/>
                <a:cs typeface="Lucida Sans Unicode"/>
              </a:rPr>
              <a:t>departments</a:t>
            </a:r>
            <a:endParaRPr sz="3000">
              <a:latin typeface="Lucida Sans Unicode"/>
              <a:cs typeface="Lucida Sans Unicode"/>
            </a:endParaRPr>
          </a:p>
          <a:p>
            <a:pPr marL="12700" marR="5080" indent="258445">
              <a:lnSpc>
                <a:spcPct val="114300"/>
              </a:lnSpc>
              <a:buChar char="•"/>
              <a:tabLst>
                <a:tab pos="271145" algn="l"/>
              </a:tabLst>
            </a:pPr>
            <a:r>
              <a:rPr dirty="0" sz="3000">
                <a:latin typeface="Lucida Sans Unicode"/>
                <a:cs typeface="Lucida Sans Unicode"/>
              </a:rPr>
              <a:t>Confusing</a:t>
            </a:r>
            <a:r>
              <a:rPr dirty="0" sz="3000" spc="-75">
                <a:latin typeface="Lucida Sans Unicode"/>
                <a:cs typeface="Lucida Sans Unicode"/>
              </a:rPr>
              <a:t> </a:t>
            </a:r>
            <a:r>
              <a:rPr dirty="0" sz="3000" spc="190">
                <a:latin typeface="Lucida Sans Unicode"/>
                <a:cs typeface="Lucida Sans Unicode"/>
              </a:rPr>
              <a:t>campus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 spc="65">
                <a:latin typeface="Lucida Sans Unicode"/>
                <a:cs typeface="Lucida Sans Unicode"/>
              </a:rPr>
              <a:t>layouts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 spc="-40">
                <a:latin typeface="Lucida Sans Unicode"/>
                <a:cs typeface="Lucida Sans Unicode"/>
              </a:rPr>
              <a:t>for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 spc="125">
                <a:latin typeface="Lucida Sans Unicode"/>
                <a:cs typeface="Lucida Sans Unicode"/>
              </a:rPr>
              <a:t>new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 spc="40">
                <a:latin typeface="Lucida Sans Unicode"/>
                <a:cs typeface="Lucida Sans Unicode"/>
              </a:rPr>
              <a:t>students </a:t>
            </a:r>
            <a:r>
              <a:rPr dirty="0" sz="3000" spc="180">
                <a:latin typeface="Lucida Sans Unicode"/>
                <a:cs typeface="Lucida Sans Unicode"/>
              </a:rPr>
              <a:t>and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visitors</a:t>
            </a:r>
            <a:endParaRPr sz="3000">
              <a:latin typeface="Lucida Sans Unicode"/>
              <a:cs typeface="Lucida Sans Unicode"/>
            </a:endParaRPr>
          </a:p>
          <a:p>
            <a:pPr marL="271145" indent="-258445">
              <a:lnSpc>
                <a:spcPct val="100000"/>
              </a:lnSpc>
              <a:spcBef>
                <a:spcPts val="515"/>
              </a:spcBef>
              <a:buChar char="•"/>
              <a:tabLst>
                <a:tab pos="271145" algn="l"/>
              </a:tabLst>
            </a:pPr>
            <a:r>
              <a:rPr dirty="0" sz="3000">
                <a:latin typeface="Lucida Sans Unicode"/>
                <a:cs typeface="Lucida Sans Unicode"/>
              </a:rPr>
              <a:t>Lack</a:t>
            </a:r>
            <a:r>
              <a:rPr dirty="0" sz="3000" spc="-6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of</a:t>
            </a:r>
            <a:r>
              <a:rPr dirty="0" sz="3000" spc="-6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real-</a:t>
            </a:r>
            <a:r>
              <a:rPr dirty="0" sz="3000" spc="75">
                <a:latin typeface="Lucida Sans Unicode"/>
                <a:cs typeface="Lucida Sans Unicode"/>
              </a:rPr>
              <a:t>time</a:t>
            </a:r>
            <a:r>
              <a:rPr dirty="0" sz="3000" spc="-60">
                <a:latin typeface="Lucida Sans Unicode"/>
                <a:cs typeface="Lucida Sans Unicode"/>
              </a:rPr>
              <a:t> </a:t>
            </a:r>
            <a:r>
              <a:rPr dirty="0" sz="3000" spc="85">
                <a:latin typeface="Lucida Sans Unicode"/>
                <a:cs typeface="Lucida Sans Unicode"/>
              </a:rPr>
              <a:t>navigation</a:t>
            </a:r>
            <a:r>
              <a:rPr dirty="0" sz="3000" spc="-65">
                <a:latin typeface="Lucida Sans Unicode"/>
                <a:cs typeface="Lucida Sans Unicode"/>
              </a:rPr>
              <a:t> </a:t>
            </a:r>
            <a:r>
              <a:rPr dirty="0" sz="3000" spc="105">
                <a:latin typeface="Lucida Sans Unicode"/>
                <a:cs typeface="Lucida Sans Unicode"/>
              </a:rPr>
              <a:t>assistance</a:t>
            </a:r>
            <a:endParaRPr sz="3000">
              <a:latin typeface="Lucida Sans Unicode"/>
              <a:cs typeface="Lucida Sans Unicode"/>
            </a:endParaRPr>
          </a:p>
          <a:p>
            <a:pPr marL="271145" indent="-258445">
              <a:lnSpc>
                <a:spcPct val="100000"/>
              </a:lnSpc>
              <a:spcBef>
                <a:spcPts val="515"/>
              </a:spcBef>
              <a:buChar char="•"/>
              <a:tabLst>
                <a:tab pos="271145" algn="l"/>
              </a:tabLst>
            </a:pPr>
            <a:r>
              <a:rPr dirty="0" sz="3000">
                <a:latin typeface="Lucida Sans Unicode"/>
                <a:cs typeface="Lucida Sans Unicode"/>
              </a:rPr>
              <a:t>Time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135">
                <a:latin typeface="Lucida Sans Unicode"/>
                <a:cs typeface="Lucida Sans Unicode"/>
              </a:rPr>
              <a:t>wasted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95">
                <a:latin typeface="Lucida Sans Unicode"/>
                <a:cs typeface="Lucida Sans Unicode"/>
              </a:rPr>
              <a:t>searching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-40">
                <a:latin typeface="Lucida Sans Unicode"/>
                <a:cs typeface="Lucida Sans Unicode"/>
              </a:rPr>
              <a:t>for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50">
                <a:latin typeface="Lucida Sans Unicode"/>
                <a:cs typeface="Lucida Sans Unicode"/>
              </a:rPr>
              <a:t>locations</a:t>
            </a:r>
            <a:endParaRPr sz="3000">
              <a:latin typeface="Lucida Sans Unicode"/>
              <a:cs typeface="Lucida Sans Unicode"/>
            </a:endParaRPr>
          </a:p>
          <a:p>
            <a:pPr marL="271145" indent="-258445">
              <a:lnSpc>
                <a:spcPct val="100000"/>
              </a:lnSpc>
              <a:spcBef>
                <a:spcPts val="515"/>
              </a:spcBef>
              <a:buChar char="•"/>
              <a:tabLst>
                <a:tab pos="271145" algn="l"/>
              </a:tabLst>
            </a:pPr>
            <a:r>
              <a:rPr dirty="0" sz="3000">
                <a:latin typeface="Lucida Sans Unicode"/>
                <a:cs typeface="Lucida Sans Unicode"/>
              </a:rPr>
              <a:t>Traditional</a:t>
            </a:r>
            <a:r>
              <a:rPr dirty="0" sz="3000" spc="-80">
                <a:latin typeface="Lucida Sans Unicode"/>
                <a:cs typeface="Lucida Sans Unicode"/>
              </a:rPr>
              <a:t> </a:t>
            </a:r>
            <a:r>
              <a:rPr dirty="0" sz="3000" spc="200">
                <a:latin typeface="Lucida Sans Unicode"/>
                <a:cs typeface="Lucida Sans Unicode"/>
              </a:rPr>
              <a:t>maps</a:t>
            </a:r>
            <a:r>
              <a:rPr dirty="0" sz="3000" spc="-80">
                <a:latin typeface="Lucida Sans Unicode"/>
                <a:cs typeface="Lucida Sans Unicode"/>
              </a:rPr>
              <a:t> </a:t>
            </a:r>
            <a:r>
              <a:rPr dirty="0" sz="3000" spc="145">
                <a:latin typeface="Lucida Sans Unicode"/>
                <a:cs typeface="Lucida Sans Unicode"/>
              </a:rPr>
              <a:t>are</a:t>
            </a:r>
            <a:r>
              <a:rPr dirty="0" sz="3000" spc="-8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not</a:t>
            </a:r>
            <a:r>
              <a:rPr dirty="0" sz="3000" spc="-80">
                <a:latin typeface="Lucida Sans Unicode"/>
                <a:cs typeface="Lucida Sans Unicode"/>
              </a:rPr>
              <a:t> </a:t>
            </a:r>
            <a:r>
              <a:rPr dirty="0" sz="3000" spc="55">
                <a:latin typeface="Lucida Sans Unicode"/>
                <a:cs typeface="Lucida Sans Unicode"/>
              </a:rPr>
              <a:t>interactive</a:t>
            </a:r>
            <a:endParaRPr sz="3000">
              <a:latin typeface="Lucida Sans Unicode"/>
              <a:cs typeface="Lucida Sans Unicode"/>
            </a:endParaRPr>
          </a:p>
          <a:p>
            <a:pPr marL="12700" marR="1316990" indent="258445">
              <a:lnSpc>
                <a:spcPct val="114300"/>
              </a:lnSpc>
              <a:buChar char="•"/>
              <a:tabLst>
                <a:tab pos="271145" algn="l"/>
              </a:tabLst>
            </a:pPr>
            <a:r>
              <a:rPr dirty="0" sz="3000">
                <a:latin typeface="Lucida Sans Unicode"/>
                <a:cs typeface="Lucida Sans Unicode"/>
              </a:rPr>
              <a:t>Inefficient</a:t>
            </a:r>
            <a:r>
              <a:rPr dirty="0" sz="3000" spc="-4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route</a:t>
            </a:r>
            <a:r>
              <a:rPr dirty="0" sz="3000" spc="-40">
                <a:latin typeface="Lucida Sans Unicode"/>
                <a:cs typeface="Lucida Sans Unicode"/>
              </a:rPr>
              <a:t> </a:t>
            </a:r>
            <a:r>
              <a:rPr dirty="0" sz="3000" spc="65">
                <a:latin typeface="Lucida Sans Unicode"/>
                <a:cs typeface="Lucida Sans Unicode"/>
              </a:rPr>
              <a:t>planning</a:t>
            </a:r>
            <a:r>
              <a:rPr dirty="0" sz="3000" spc="-4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inside</a:t>
            </a:r>
            <a:r>
              <a:rPr dirty="0" sz="3000" spc="-40">
                <a:latin typeface="Lucida Sans Unicode"/>
                <a:cs typeface="Lucida Sans Unicode"/>
              </a:rPr>
              <a:t> </a:t>
            </a:r>
            <a:r>
              <a:rPr dirty="0" sz="3000" spc="80">
                <a:latin typeface="Lucida Sans Unicode"/>
                <a:cs typeface="Lucida Sans Unicode"/>
              </a:rPr>
              <a:t>large </a:t>
            </a:r>
            <a:r>
              <a:rPr dirty="0" sz="3000" spc="155">
                <a:latin typeface="Lucida Sans Unicode"/>
                <a:cs typeface="Lucida Sans Unicode"/>
              </a:rPr>
              <a:t>campuses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7455" y="352226"/>
            <a:ext cx="5578475" cy="2127250"/>
          </a:xfrm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 marR="5080" indent="2212975">
              <a:lnSpc>
                <a:spcPts val="8270"/>
              </a:lnSpc>
              <a:spcBef>
                <a:spcPts val="204"/>
              </a:spcBef>
            </a:pPr>
            <a:r>
              <a:rPr dirty="0" sz="6900" spc="555">
                <a:solidFill>
                  <a:srgbClr val="FFFFFF"/>
                </a:solidFill>
              </a:rPr>
              <a:t>System </a:t>
            </a:r>
            <a:r>
              <a:rPr dirty="0" sz="6900" spc="190">
                <a:solidFill>
                  <a:srgbClr val="FFFFFF"/>
                </a:solidFill>
              </a:rPr>
              <a:t>Architecture</a:t>
            </a:r>
            <a:endParaRPr sz="6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7065009" cy="10287000"/>
          </a:xfrm>
          <a:custGeom>
            <a:avLst/>
            <a:gdLst/>
            <a:ahLst/>
            <a:cxnLst/>
            <a:rect l="l" t="t" r="r" b="b"/>
            <a:pathLst>
              <a:path w="7065009" h="10287000">
                <a:moveTo>
                  <a:pt x="7064713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064713" y="0"/>
                </a:lnTo>
                <a:lnTo>
                  <a:pt x="7064713" y="10287000"/>
                </a:lnTo>
                <a:close/>
              </a:path>
            </a:pathLst>
          </a:custGeom>
          <a:solidFill>
            <a:srgbClr val="58B0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704511" y="7260393"/>
            <a:ext cx="2577465" cy="3022600"/>
          </a:xfrm>
          <a:custGeom>
            <a:avLst/>
            <a:gdLst/>
            <a:ahLst/>
            <a:cxnLst/>
            <a:rect l="l" t="t" r="r" b="b"/>
            <a:pathLst>
              <a:path w="2577465" h="3022600">
                <a:moveTo>
                  <a:pt x="2569735" y="50800"/>
                </a:moveTo>
                <a:lnTo>
                  <a:pt x="2520850" y="50800"/>
                </a:lnTo>
                <a:lnTo>
                  <a:pt x="2515231" y="38100"/>
                </a:lnTo>
                <a:lnTo>
                  <a:pt x="2513193" y="25400"/>
                </a:lnTo>
                <a:lnTo>
                  <a:pt x="2515724" y="12700"/>
                </a:lnTo>
                <a:lnTo>
                  <a:pt x="2522617" y="0"/>
                </a:lnTo>
                <a:lnTo>
                  <a:pt x="2567995" y="0"/>
                </a:lnTo>
                <a:lnTo>
                  <a:pt x="2574888" y="12700"/>
                </a:lnTo>
                <a:lnTo>
                  <a:pt x="2577418" y="25400"/>
                </a:lnTo>
                <a:lnTo>
                  <a:pt x="2575371" y="38100"/>
                </a:lnTo>
                <a:lnTo>
                  <a:pt x="2569735" y="50800"/>
                </a:lnTo>
                <a:close/>
              </a:path>
              <a:path w="2577465" h="3022600">
                <a:moveTo>
                  <a:pt x="2554657" y="1397000"/>
                </a:moveTo>
                <a:lnTo>
                  <a:pt x="2532838" y="1397000"/>
                </a:lnTo>
                <a:lnTo>
                  <a:pt x="2539869" y="1384300"/>
                </a:lnTo>
                <a:lnTo>
                  <a:pt x="2539869" y="63500"/>
                </a:lnTo>
                <a:lnTo>
                  <a:pt x="2529310" y="50800"/>
                </a:lnTo>
                <a:lnTo>
                  <a:pt x="2561272" y="50800"/>
                </a:lnTo>
                <a:lnTo>
                  <a:pt x="2550743" y="63500"/>
                </a:lnTo>
                <a:lnTo>
                  <a:pt x="2550743" y="1384300"/>
                </a:lnTo>
                <a:lnTo>
                  <a:pt x="2554657" y="1397000"/>
                </a:lnTo>
                <a:close/>
              </a:path>
              <a:path w="2577465" h="3022600">
                <a:moveTo>
                  <a:pt x="1768773" y="1346200"/>
                </a:moveTo>
                <a:lnTo>
                  <a:pt x="1734635" y="1346200"/>
                </a:lnTo>
                <a:lnTo>
                  <a:pt x="1741012" y="1333500"/>
                </a:lnTo>
                <a:lnTo>
                  <a:pt x="1747927" y="1333500"/>
                </a:lnTo>
                <a:lnTo>
                  <a:pt x="1796567" y="952500"/>
                </a:lnTo>
                <a:lnTo>
                  <a:pt x="1804396" y="952500"/>
                </a:lnTo>
                <a:lnTo>
                  <a:pt x="1824879" y="965200"/>
                </a:lnTo>
                <a:lnTo>
                  <a:pt x="1805918" y="965200"/>
                </a:lnTo>
                <a:lnTo>
                  <a:pt x="1758800" y="1333500"/>
                </a:lnTo>
                <a:lnTo>
                  <a:pt x="1768773" y="1346200"/>
                </a:lnTo>
                <a:close/>
              </a:path>
              <a:path w="2577465" h="3022600">
                <a:moveTo>
                  <a:pt x="2568235" y="1447800"/>
                </a:moveTo>
                <a:lnTo>
                  <a:pt x="2519917" y="1447800"/>
                </a:lnTo>
                <a:lnTo>
                  <a:pt x="2514797" y="1435100"/>
                </a:lnTo>
                <a:lnTo>
                  <a:pt x="2513278" y="1422400"/>
                </a:lnTo>
                <a:lnTo>
                  <a:pt x="2515585" y="1409700"/>
                </a:lnTo>
                <a:lnTo>
                  <a:pt x="1805918" y="965200"/>
                </a:lnTo>
                <a:lnTo>
                  <a:pt x="1824879" y="965200"/>
                </a:lnTo>
                <a:lnTo>
                  <a:pt x="2521312" y="1397000"/>
                </a:lnTo>
                <a:lnTo>
                  <a:pt x="2562196" y="1397000"/>
                </a:lnTo>
                <a:lnTo>
                  <a:pt x="2571481" y="1409700"/>
                </a:lnTo>
                <a:lnTo>
                  <a:pt x="2576512" y="1409700"/>
                </a:lnTo>
                <a:lnTo>
                  <a:pt x="2576977" y="1422400"/>
                </a:lnTo>
                <a:lnTo>
                  <a:pt x="2572562" y="1435100"/>
                </a:lnTo>
                <a:lnTo>
                  <a:pt x="2568235" y="1447800"/>
                </a:lnTo>
                <a:close/>
              </a:path>
              <a:path w="2577465" h="3022600">
                <a:moveTo>
                  <a:pt x="63935" y="1358900"/>
                </a:moveTo>
                <a:lnTo>
                  <a:pt x="0" y="1358900"/>
                </a:lnTo>
                <a:lnTo>
                  <a:pt x="652" y="1346200"/>
                </a:lnTo>
                <a:lnTo>
                  <a:pt x="61326" y="1346200"/>
                </a:lnTo>
                <a:lnTo>
                  <a:pt x="1160694" y="1066800"/>
                </a:lnTo>
                <a:lnTo>
                  <a:pt x="1160186" y="1066800"/>
                </a:lnTo>
                <a:lnTo>
                  <a:pt x="1161346" y="1054100"/>
                </a:lnTo>
                <a:lnTo>
                  <a:pt x="1164463" y="1054100"/>
                </a:lnTo>
                <a:lnTo>
                  <a:pt x="1172728" y="1041400"/>
                </a:lnTo>
                <a:lnTo>
                  <a:pt x="1183609" y="1028700"/>
                </a:lnTo>
                <a:lnTo>
                  <a:pt x="1195809" y="1028700"/>
                </a:lnTo>
                <a:lnTo>
                  <a:pt x="1208029" y="1041400"/>
                </a:lnTo>
                <a:lnTo>
                  <a:pt x="1216937" y="1041400"/>
                </a:lnTo>
                <a:lnTo>
                  <a:pt x="1222590" y="1054100"/>
                </a:lnTo>
                <a:lnTo>
                  <a:pt x="1224696" y="1066800"/>
                </a:lnTo>
                <a:lnTo>
                  <a:pt x="1222962" y="1079500"/>
                </a:lnTo>
                <a:lnTo>
                  <a:pt x="1163375" y="1079500"/>
                </a:lnTo>
                <a:lnTo>
                  <a:pt x="63935" y="1358900"/>
                </a:lnTo>
                <a:close/>
              </a:path>
              <a:path w="2577465" h="3022600">
                <a:moveTo>
                  <a:pt x="1212740" y="1092200"/>
                </a:moveTo>
                <a:lnTo>
                  <a:pt x="1170769" y="1092200"/>
                </a:lnTo>
                <a:lnTo>
                  <a:pt x="1166130" y="1079500"/>
                </a:lnTo>
                <a:lnTo>
                  <a:pt x="1217815" y="1079500"/>
                </a:lnTo>
                <a:lnTo>
                  <a:pt x="1212740" y="1092200"/>
                </a:lnTo>
                <a:close/>
              </a:path>
              <a:path w="2577465" h="3022600">
                <a:moveTo>
                  <a:pt x="1779582" y="1384300"/>
                </a:moveTo>
                <a:lnTo>
                  <a:pt x="1718518" y="1384300"/>
                </a:lnTo>
                <a:lnTo>
                  <a:pt x="1717554" y="1371600"/>
                </a:lnTo>
                <a:lnTo>
                  <a:pt x="1717844" y="1358900"/>
                </a:lnTo>
                <a:lnTo>
                  <a:pt x="1719076" y="1358900"/>
                </a:lnTo>
                <a:lnTo>
                  <a:pt x="1217815" y="1079500"/>
                </a:lnTo>
                <a:lnTo>
                  <a:pt x="1222962" y="1079500"/>
                </a:lnTo>
                <a:lnTo>
                  <a:pt x="1724223" y="1346200"/>
                </a:lnTo>
                <a:lnTo>
                  <a:pt x="1776224" y="1346200"/>
                </a:lnTo>
                <a:lnTo>
                  <a:pt x="1780563" y="1358900"/>
                </a:lnTo>
                <a:lnTo>
                  <a:pt x="1781199" y="1371600"/>
                </a:lnTo>
                <a:lnTo>
                  <a:pt x="1779582" y="1384300"/>
                </a:lnTo>
                <a:close/>
              </a:path>
              <a:path w="2577465" h="3022600">
                <a:moveTo>
                  <a:pt x="1193530" y="2108200"/>
                </a:moveTo>
                <a:lnTo>
                  <a:pt x="1182440" y="2108200"/>
                </a:lnTo>
                <a:lnTo>
                  <a:pt x="1186934" y="1092200"/>
                </a:lnTo>
                <a:lnTo>
                  <a:pt x="1198025" y="1092200"/>
                </a:lnTo>
                <a:lnTo>
                  <a:pt x="1193530" y="2108200"/>
                </a:lnTo>
                <a:close/>
              </a:path>
              <a:path w="2577465" h="3022600">
                <a:moveTo>
                  <a:pt x="37767" y="1333500"/>
                </a:moveTo>
                <a:lnTo>
                  <a:pt x="26966" y="1333500"/>
                </a:lnTo>
                <a:lnTo>
                  <a:pt x="29865" y="1320800"/>
                </a:lnTo>
                <a:lnTo>
                  <a:pt x="35882" y="1320800"/>
                </a:lnTo>
                <a:lnTo>
                  <a:pt x="37767" y="1333500"/>
                </a:lnTo>
                <a:close/>
              </a:path>
              <a:path w="2577465" h="3022600">
                <a:moveTo>
                  <a:pt x="57919" y="1346200"/>
                </a:moveTo>
                <a:lnTo>
                  <a:pt x="5871" y="1346200"/>
                </a:lnTo>
                <a:lnTo>
                  <a:pt x="6451" y="1333500"/>
                </a:lnTo>
                <a:lnTo>
                  <a:pt x="57411" y="1333500"/>
                </a:lnTo>
                <a:lnTo>
                  <a:pt x="57919" y="1346200"/>
                </a:lnTo>
                <a:close/>
              </a:path>
              <a:path w="2577465" h="3022600">
                <a:moveTo>
                  <a:pt x="63282" y="1371600"/>
                </a:moveTo>
                <a:lnTo>
                  <a:pt x="869" y="1371600"/>
                </a:lnTo>
                <a:lnTo>
                  <a:pt x="507" y="1358900"/>
                </a:lnTo>
                <a:lnTo>
                  <a:pt x="63355" y="1358900"/>
                </a:lnTo>
                <a:lnTo>
                  <a:pt x="63282" y="1371600"/>
                </a:lnTo>
                <a:close/>
              </a:path>
              <a:path w="2577465" h="3022600">
                <a:moveTo>
                  <a:pt x="1216727" y="2133600"/>
                </a:moveTo>
                <a:lnTo>
                  <a:pt x="1158519" y="2133600"/>
                </a:lnTo>
                <a:lnTo>
                  <a:pt x="55164" y="1384300"/>
                </a:lnTo>
                <a:lnTo>
                  <a:pt x="6451" y="1384300"/>
                </a:lnTo>
                <a:lnTo>
                  <a:pt x="5219" y="1371600"/>
                </a:lnTo>
                <a:lnTo>
                  <a:pt x="61253" y="1371600"/>
                </a:lnTo>
                <a:lnTo>
                  <a:pt x="1164608" y="2120900"/>
                </a:lnTo>
                <a:lnTo>
                  <a:pt x="1215930" y="2120900"/>
                </a:lnTo>
                <a:lnTo>
                  <a:pt x="1216727" y="2133600"/>
                </a:lnTo>
                <a:close/>
              </a:path>
              <a:path w="2577465" h="3022600">
                <a:moveTo>
                  <a:pt x="29720" y="1397000"/>
                </a:moveTo>
                <a:lnTo>
                  <a:pt x="26966" y="1384300"/>
                </a:lnTo>
                <a:lnTo>
                  <a:pt x="35809" y="1384300"/>
                </a:lnTo>
                <a:lnTo>
                  <a:pt x="29720" y="1397000"/>
                </a:lnTo>
                <a:close/>
              </a:path>
              <a:path w="2577465" h="3022600">
                <a:moveTo>
                  <a:pt x="1772677" y="1397000"/>
                </a:moveTo>
                <a:lnTo>
                  <a:pt x="1733222" y="1397000"/>
                </a:lnTo>
                <a:lnTo>
                  <a:pt x="1724014" y="1384300"/>
                </a:lnTo>
                <a:lnTo>
                  <a:pt x="1776687" y="1384300"/>
                </a:lnTo>
                <a:lnTo>
                  <a:pt x="1772677" y="1397000"/>
                </a:lnTo>
                <a:close/>
              </a:path>
              <a:path w="2577465" h="3022600">
                <a:moveTo>
                  <a:pt x="2531897" y="3022600"/>
                </a:moveTo>
                <a:lnTo>
                  <a:pt x="2519894" y="3022600"/>
                </a:lnTo>
                <a:lnTo>
                  <a:pt x="1757930" y="1397000"/>
                </a:lnTo>
                <a:lnTo>
                  <a:pt x="1767716" y="1397000"/>
                </a:lnTo>
                <a:lnTo>
                  <a:pt x="2531897" y="3022600"/>
                </a:lnTo>
                <a:close/>
              </a:path>
              <a:path w="2577465" h="3022600">
                <a:moveTo>
                  <a:pt x="2550742" y="3022600"/>
                </a:moveTo>
                <a:lnTo>
                  <a:pt x="2539869" y="3022600"/>
                </a:lnTo>
                <a:lnTo>
                  <a:pt x="2539869" y="1447800"/>
                </a:lnTo>
                <a:lnTo>
                  <a:pt x="2550742" y="1447800"/>
                </a:lnTo>
                <a:lnTo>
                  <a:pt x="2550742" y="3022600"/>
                </a:lnTo>
                <a:close/>
              </a:path>
              <a:path w="2577465" h="3022600">
                <a:moveTo>
                  <a:pt x="1205056" y="2120900"/>
                </a:moveTo>
                <a:lnTo>
                  <a:pt x="1170552" y="2120900"/>
                </a:lnTo>
                <a:lnTo>
                  <a:pt x="1171422" y="2108200"/>
                </a:lnTo>
                <a:lnTo>
                  <a:pt x="1204476" y="2108200"/>
                </a:lnTo>
                <a:lnTo>
                  <a:pt x="1205056" y="2120900"/>
                </a:lnTo>
                <a:close/>
              </a:path>
              <a:path w="2577465" h="3022600">
                <a:moveTo>
                  <a:pt x="1219989" y="2146300"/>
                </a:moveTo>
                <a:lnTo>
                  <a:pt x="1155910" y="2146300"/>
                </a:lnTo>
                <a:lnTo>
                  <a:pt x="1156054" y="2133600"/>
                </a:lnTo>
                <a:lnTo>
                  <a:pt x="1219554" y="2133600"/>
                </a:lnTo>
                <a:lnTo>
                  <a:pt x="1219989" y="2146300"/>
                </a:lnTo>
                <a:close/>
              </a:path>
              <a:path w="2577465" h="3022600">
                <a:moveTo>
                  <a:pt x="724075" y="2755900"/>
                </a:moveTo>
                <a:lnTo>
                  <a:pt x="670886" y="2755900"/>
                </a:lnTo>
                <a:lnTo>
                  <a:pt x="385207" y="2501900"/>
                </a:lnTo>
                <a:lnTo>
                  <a:pt x="383757" y="2501900"/>
                </a:lnTo>
                <a:lnTo>
                  <a:pt x="386801" y="2489200"/>
                </a:lnTo>
                <a:lnTo>
                  <a:pt x="430653" y="2476500"/>
                </a:lnTo>
                <a:lnTo>
                  <a:pt x="519589" y="2425700"/>
                </a:lnTo>
                <a:lnTo>
                  <a:pt x="564575" y="2413000"/>
                </a:lnTo>
                <a:lnTo>
                  <a:pt x="609840" y="2387600"/>
                </a:lnTo>
                <a:lnTo>
                  <a:pt x="655335" y="2374900"/>
                </a:lnTo>
                <a:lnTo>
                  <a:pt x="746815" y="2324100"/>
                </a:lnTo>
                <a:lnTo>
                  <a:pt x="792702" y="2311400"/>
                </a:lnTo>
                <a:lnTo>
                  <a:pt x="838620" y="2286000"/>
                </a:lnTo>
                <a:lnTo>
                  <a:pt x="976071" y="2235200"/>
                </a:lnTo>
                <a:lnTo>
                  <a:pt x="1066956" y="2184400"/>
                </a:lnTo>
                <a:lnTo>
                  <a:pt x="1112025" y="2171700"/>
                </a:lnTo>
                <a:lnTo>
                  <a:pt x="1156779" y="2146300"/>
                </a:lnTo>
                <a:lnTo>
                  <a:pt x="1218394" y="2146300"/>
                </a:lnTo>
                <a:lnTo>
                  <a:pt x="1218104" y="2159000"/>
                </a:lnTo>
                <a:lnTo>
                  <a:pt x="1161273" y="2159000"/>
                </a:lnTo>
                <a:lnTo>
                  <a:pt x="398979" y="2501900"/>
                </a:lnTo>
                <a:lnTo>
                  <a:pt x="678134" y="2743200"/>
                </a:lnTo>
                <a:lnTo>
                  <a:pt x="719453" y="2743200"/>
                </a:lnTo>
                <a:lnTo>
                  <a:pt x="724075" y="2755900"/>
                </a:lnTo>
                <a:close/>
              </a:path>
              <a:path w="2577465" h="3022600">
                <a:moveTo>
                  <a:pt x="1208971" y="2171700"/>
                </a:moveTo>
                <a:lnTo>
                  <a:pt x="1166783" y="2171700"/>
                </a:lnTo>
                <a:lnTo>
                  <a:pt x="1166130" y="2159000"/>
                </a:lnTo>
                <a:lnTo>
                  <a:pt x="1209913" y="2159000"/>
                </a:lnTo>
                <a:lnTo>
                  <a:pt x="1208971" y="2171700"/>
                </a:lnTo>
                <a:close/>
              </a:path>
              <a:path w="2577465" h="3022600">
                <a:moveTo>
                  <a:pt x="2493972" y="3022600"/>
                </a:moveTo>
                <a:lnTo>
                  <a:pt x="2474258" y="3022600"/>
                </a:lnTo>
                <a:lnTo>
                  <a:pt x="1210856" y="2159000"/>
                </a:lnTo>
                <a:lnTo>
                  <a:pt x="1217090" y="2159000"/>
                </a:lnTo>
                <a:lnTo>
                  <a:pt x="2493972" y="3022600"/>
                </a:lnTo>
                <a:close/>
              </a:path>
              <a:path w="2577465" h="3022600">
                <a:moveTo>
                  <a:pt x="226568" y="3022600"/>
                </a:moveTo>
                <a:lnTo>
                  <a:pt x="202814" y="3022600"/>
                </a:lnTo>
                <a:lnTo>
                  <a:pt x="667624" y="2781300"/>
                </a:lnTo>
                <a:lnTo>
                  <a:pt x="666309" y="2768600"/>
                </a:lnTo>
                <a:lnTo>
                  <a:pt x="667919" y="2755900"/>
                </a:lnTo>
                <a:lnTo>
                  <a:pt x="727399" y="2755900"/>
                </a:lnTo>
                <a:lnTo>
                  <a:pt x="729432" y="2768600"/>
                </a:lnTo>
                <a:lnTo>
                  <a:pt x="730181" y="2768600"/>
                </a:lnTo>
                <a:lnTo>
                  <a:pt x="809489" y="2781300"/>
                </a:lnTo>
                <a:lnTo>
                  <a:pt x="727282" y="2781300"/>
                </a:lnTo>
                <a:lnTo>
                  <a:pt x="725180" y="2794000"/>
                </a:lnTo>
                <a:lnTo>
                  <a:pt x="672626" y="2794000"/>
                </a:lnTo>
                <a:lnTo>
                  <a:pt x="226568" y="3022600"/>
                </a:lnTo>
                <a:close/>
              </a:path>
              <a:path w="2577465" h="3022600">
                <a:moveTo>
                  <a:pt x="2316343" y="3022600"/>
                </a:moveTo>
                <a:lnTo>
                  <a:pt x="2245879" y="3022600"/>
                </a:lnTo>
                <a:lnTo>
                  <a:pt x="728587" y="2781300"/>
                </a:lnTo>
                <a:lnTo>
                  <a:pt x="809489" y="2781300"/>
                </a:lnTo>
                <a:lnTo>
                  <a:pt x="2316343" y="3022600"/>
                </a:lnTo>
                <a:close/>
              </a:path>
              <a:path w="2577465" h="3022600">
                <a:moveTo>
                  <a:pt x="712092" y="2806700"/>
                </a:moveTo>
                <a:lnTo>
                  <a:pt x="688019" y="2806700"/>
                </a:lnTo>
                <a:lnTo>
                  <a:pt x="676975" y="2794000"/>
                </a:lnTo>
                <a:lnTo>
                  <a:pt x="722281" y="2794000"/>
                </a:lnTo>
                <a:lnTo>
                  <a:pt x="712092" y="2806700"/>
                </a:lnTo>
                <a:close/>
              </a:path>
            </a:pathLst>
          </a:custGeom>
          <a:solidFill>
            <a:srgbClr val="B9D4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7813675">
              <a:lnSpc>
                <a:spcPct val="100000"/>
              </a:lnSpc>
              <a:spcBef>
                <a:spcPts val="120"/>
              </a:spcBef>
            </a:pPr>
            <a:r>
              <a:rPr dirty="0" sz="5150" spc="310">
                <a:solidFill>
                  <a:srgbClr val="58B0C6"/>
                </a:solidFill>
              </a:rPr>
              <a:t>Proposed</a:t>
            </a:r>
            <a:r>
              <a:rPr dirty="0" sz="5150" spc="-310">
                <a:solidFill>
                  <a:srgbClr val="58B0C6"/>
                </a:solidFill>
              </a:rPr>
              <a:t> </a:t>
            </a:r>
            <a:r>
              <a:rPr dirty="0" sz="5150" spc="204">
                <a:solidFill>
                  <a:srgbClr val="58B0C6"/>
                </a:solidFill>
              </a:rPr>
              <a:t>Solution</a:t>
            </a:r>
            <a:endParaRPr sz="5150"/>
          </a:p>
        </p:txBody>
      </p:sp>
      <p:sp>
        <p:nvSpPr>
          <p:cNvPr id="5" name="object 5" descr=""/>
          <p:cNvSpPr txBox="1"/>
          <p:nvPr/>
        </p:nvSpPr>
        <p:spPr>
          <a:xfrm>
            <a:off x="8023187" y="2490422"/>
            <a:ext cx="8486140" cy="477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805180" indent="261620">
              <a:lnSpc>
                <a:spcPct val="115500"/>
              </a:lnSpc>
              <a:spcBef>
                <a:spcPts val="90"/>
              </a:spcBef>
              <a:buChar char="•"/>
              <a:tabLst>
                <a:tab pos="274320" algn="l"/>
              </a:tabLst>
            </a:pPr>
            <a:r>
              <a:rPr dirty="0" sz="3000" spc="145">
                <a:latin typeface="Lucida Sans Unicode"/>
                <a:cs typeface="Lucida Sans Unicode"/>
              </a:rPr>
              <a:t>Smart</a:t>
            </a:r>
            <a:r>
              <a:rPr dirty="0" sz="3000" spc="-130">
                <a:latin typeface="Lucida Sans Unicode"/>
                <a:cs typeface="Lucida Sans Unicode"/>
              </a:rPr>
              <a:t> </a:t>
            </a:r>
            <a:r>
              <a:rPr dirty="0" sz="3000" spc="110">
                <a:latin typeface="Lucida Sans Unicode"/>
                <a:cs typeface="Lucida Sans Unicode"/>
              </a:rPr>
              <a:t>web-</a:t>
            </a:r>
            <a:r>
              <a:rPr dirty="0" sz="3000" spc="185">
                <a:latin typeface="Lucida Sans Unicode"/>
                <a:cs typeface="Lucida Sans Unicode"/>
              </a:rPr>
              <a:t>based</a:t>
            </a:r>
            <a:r>
              <a:rPr dirty="0" sz="3000" spc="-125">
                <a:latin typeface="Lucida Sans Unicode"/>
                <a:cs typeface="Lucida Sans Unicode"/>
              </a:rPr>
              <a:t> </a:t>
            </a:r>
            <a:r>
              <a:rPr dirty="0" sz="3000" spc="204">
                <a:latin typeface="Lucida Sans Unicode"/>
                <a:cs typeface="Lucida Sans Unicode"/>
              </a:rPr>
              <a:t>campus</a:t>
            </a:r>
            <a:r>
              <a:rPr dirty="0" sz="3000" spc="-125">
                <a:latin typeface="Lucida Sans Unicode"/>
                <a:cs typeface="Lucida Sans Unicode"/>
              </a:rPr>
              <a:t> </a:t>
            </a:r>
            <a:r>
              <a:rPr dirty="0" sz="3000" spc="95">
                <a:latin typeface="Lucida Sans Unicode"/>
                <a:cs typeface="Lucida Sans Unicode"/>
              </a:rPr>
              <a:t>navigation </a:t>
            </a:r>
            <a:r>
              <a:rPr dirty="0" sz="3000" spc="105">
                <a:latin typeface="Lucida Sans Unicode"/>
                <a:cs typeface="Lucida Sans Unicode"/>
              </a:rPr>
              <a:t>system</a:t>
            </a:r>
            <a:endParaRPr sz="3000">
              <a:latin typeface="Lucida Sans Unicode"/>
              <a:cs typeface="Lucida Sans Unicode"/>
            </a:endParaRPr>
          </a:p>
          <a:p>
            <a:pPr marL="12700" marR="399415" indent="261620">
              <a:lnSpc>
                <a:spcPct val="115500"/>
              </a:lnSpc>
              <a:buChar char="•"/>
              <a:tabLst>
                <a:tab pos="274320" algn="l"/>
              </a:tabLst>
            </a:pPr>
            <a:r>
              <a:rPr dirty="0" sz="3000" spc="80">
                <a:latin typeface="Lucida Sans Unicode"/>
                <a:cs typeface="Lucida Sans Unicode"/>
              </a:rPr>
              <a:t>Interactive</a:t>
            </a:r>
            <a:r>
              <a:rPr dirty="0" sz="3000" spc="-100">
                <a:latin typeface="Lucida Sans Unicode"/>
                <a:cs typeface="Lucida Sans Unicode"/>
              </a:rPr>
              <a:t> </a:t>
            </a:r>
            <a:r>
              <a:rPr dirty="0" sz="3000" spc="204">
                <a:latin typeface="Lucida Sans Unicode"/>
                <a:cs typeface="Lucida Sans Unicode"/>
              </a:rPr>
              <a:t>campus</a:t>
            </a:r>
            <a:r>
              <a:rPr dirty="0" sz="3000" spc="-95">
                <a:latin typeface="Lucida Sans Unicode"/>
                <a:cs typeface="Lucida Sans Unicode"/>
              </a:rPr>
              <a:t> </a:t>
            </a:r>
            <a:r>
              <a:rPr dirty="0" sz="3000" spc="220">
                <a:latin typeface="Lucida Sans Unicode"/>
                <a:cs typeface="Lucida Sans Unicode"/>
              </a:rPr>
              <a:t>maps</a:t>
            </a:r>
            <a:r>
              <a:rPr dirty="0" sz="3000" spc="-10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with</a:t>
            </a:r>
            <a:r>
              <a:rPr dirty="0" sz="3000" spc="-95">
                <a:latin typeface="Lucida Sans Unicode"/>
                <a:cs typeface="Lucida Sans Unicode"/>
              </a:rPr>
              <a:t> </a:t>
            </a:r>
            <a:r>
              <a:rPr dirty="0" sz="3000" spc="55">
                <a:latin typeface="Lucida Sans Unicode"/>
                <a:cs typeface="Lucida Sans Unicode"/>
              </a:rPr>
              <a:t>real-</a:t>
            </a:r>
            <a:r>
              <a:rPr dirty="0" sz="3000" spc="70">
                <a:latin typeface="Lucida Sans Unicode"/>
                <a:cs typeface="Lucida Sans Unicode"/>
              </a:rPr>
              <a:t>time </a:t>
            </a:r>
            <a:r>
              <a:rPr dirty="0" sz="3000" spc="140">
                <a:latin typeface="Lucida Sans Unicode"/>
                <a:cs typeface="Lucida Sans Unicode"/>
              </a:rPr>
              <a:t>guidance</a:t>
            </a:r>
            <a:endParaRPr sz="3000">
              <a:latin typeface="Lucida Sans Unicode"/>
              <a:cs typeface="Lucida Sans Unicode"/>
            </a:endParaRPr>
          </a:p>
          <a:p>
            <a:pPr marL="274320" indent="-261620">
              <a:lnSpc>
                <a:spcPct val="100000"/>
              </a:lnSpc>
              <a:spcBef>
                <a:spcPts val="560"/>
              </a:spcBef>
              <a:buChar char="•"/>
              <a:tabLst>
                <a:tab pos="274320" algn="l"/>
              </a:tabLst>
            </a:pPr>
            <a:r>
              <a:rPr dirty="0" sz="3000" spc="50">
                <a:latin typeface="Lucida Sans Unicode"/>
                <a:cs typeface="Lucida Sans Unicode"/>
              </a:rPr>
              <a:t>Shortest</a:t>
            </a:r>
            <a:r>
              <a:rPr dirty="0" sz="3000" spc="-60">
                <a:latin typeface="Lucida Sans Unicode"/>
                <a:cs typeface="Lucida Sans Unicode"/>
              </a:rPr>
              <a:t> </a:t>
            </a:r>
            <a:r>
              <a:rPr dirty="0" sz="3000" spc="145">
                <a:latin typeface="Lucida Sans Unicode"/>
                <a:cs typeface="Lucida Sans Unicode"/>
              </a:rPr>
              <a:t>path</a:t>
            </a:r>
            <a:r>
              <a:rPr dirty="0" sz="3000" spc="-60">
                <a:latin typeface="Lucida Sans Unicode"/>
                <a:cs typeface="Lucida Sans Unicode"/>
              </a:rPr>
              <a:t> </a:t>
            </a:r>
            <a:r>
              <a:rPr dirty="0" sz="3000" spc="105">
                <a:latin typeface="Lucida Sans Unicode"/>
                <a:cs typeface="Lucida Sans Unicode"/>
              </a:rPr>
              <a:t>calculation</a:t>
            </a:r>
            <a:r>
              <a:rPr dirty="0" sz="3000" spc="-5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using</a:t>
            </a:r>
            <a:r>
              <a:rPr dirty="0" sz="3000" spc="-60">
                <a:latin typeface="Lucida Sans Unicode"/>
                <a:cs typeface="Lucida Sans Unicode"/>
              </a:rPr>
              <a:t> </a:t>
            </a:r>
            <a:r>
              <a:rPr dirty="0" sz="3000" spc="60">
                <a:latin typeface="Lucida Sans Unicode"/>
                <a:cs typeface="Lucida Sans Unicode"/>
              </a:rPr>
              <a:t>algorithms</a:t>
            </a:r>
            <a:endParaRPr sz="3000">
              <a:latin typeface="Lucida Sans Unicode"/>
              <a:cs typeface="Lucida Sans Unicode"/>
            </a:endParaRPr>
          </a:p>
          <a:p>
            <a:pPr marL="274320" indent="-261620">
              <a:lnSpc>
                <a:spcPct val="100000"/>
              </a:lnSpc>
              <a:spcBef>
                <a:spcPts val="560"/>
              </a:spcBef>
              <a:buChar char="•"/>
              <a:tabLst>
                <a:tab pos="274320" algn="l"/>
              </a:tabLst>
            </a:pPr>
            <a:r>
              <a:rPr dirty="0" sz="3000">
                <a:latin typeface="Lucida Sans Unicode"/>
                <a:cs typeface="Lucida Sans Unicode"/>
              </a:rPr>
              <a:t>Mobile-friendly</a:t>
            </a:r>
            <a:r>
              <a:rPr dirty="0" sz="3000" spc="-35">
                <a:latin typeface="Lucida Sans Unicode"/>
                <a:cs typeface="Lucida Sans Unicode"/>
              </a:rPr>
              <a:t> </a:t>
            </a:r>
            <a:r>
              <a:rPr dirty="0" sz="3000" spc="200">
                <a:latin typeface="Lucida Sans Unicode"/>
                <a:cs typeface="Lucida Sans Unicode"/>
              </a:rPr>
              <a:t>and</a:t>
            </a:r>
            <a:r>
              <a:rPr dirty="0" sz="3000" spc="-35">
                <a:latin typeface="Lucida Sans Unicode"/>
                <a:cs typeface="Lucida Sans Unicode"/>
              </a:rPr>
              <a:t> </a:t>
            </a:r>
            <a:r>
              <a:rPr dirty="0" sz="3000" spc="70">
                <a:latin typeface="Lucida Sans Unicode"/>
                <a:cs typeface="Lucida Sans Unicode"/>
              </a:rPr>
              <a:t>responsive</a:t>
            </a:r>
            <a:r>
              <a:rPr dirty="0" sz="3000" spc="-35">
                <a:latin typeface="Lucida Sans Unicode"/>
                <a:cs typeface="Lucida Sans Unicode"/>
              </a:rPr>
              <a:t> </a:t>
            </a:r>
            <a:r>
              <a:rPr dirty="0" sz="3000" spc="75">
                <a:latin typeface="Lucida Sans Unicode"/>
                <a:cs typeface="Lucida Sans Unicode"/>
              </a:rPr>
              <a:t>interface</a:t>
            </a:r>
            <a:endParaRPr sz="3000">
              <a:latin typeface="Lucida Sans Unicode"/>
              <a:cs typeface="Lucida Sans Unicode"/>
            </a:endParaRPr>
          </a:p>
          <a:p>
            <a:pPr marL="12700" marR="1001394" indent="261620">
              <a:lnSpc>
                <a:spcPct val="115500"/>
              </a:lnSpc>
              <a:buChar char="•"/>
              <a:tabLst>
                <a:tab pos="274320" algn="l"/>
              </a:tabLst>
            </a:pPr>
            <a:r>
              <a:rPr dirty="0" sz="3000" spc="165">
                <a:latin typeface="Lucida Sans Unicode"/>
                <a:cs typeface="Lucida Sans Unicode"/>
              </a:rPr>
              <a:t>Search</a:t>
            </a:r>
            <a:r>
              <a:rPr dirty="0" sz="3000" spc="-75">
                <a:latin typeface="Lucida Sans Unicode"/>
                <a:cs typeface="Lucida Sans Unicode"/>
              </a:rPr>
              <a:t> </a:t>
            </a:r>
            <a:r>
              <a:rPr dirty="0" sz="3000" spc="45">
                <a:latin typeface="Lucida Sans Unicode"/>
                <a:cs typeface="Lucida Sans Unicode"/>
              </a:rPr>
              <a:t>functionality</a:t>
            </a:r>
            <a:r>
              <a:rPr dirty="0" sz="3000" spc="-75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for</a:t>
            </a:r>
            <a:r>
              <a:rPr dirty="0" sz="3000" spc="-7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buildings</a:t>
            </a:r>
            <a:r>
              <a:rPr dirty="0" sz="3000" spc="-75">
                <a:latin typeface="Lucida Sans Unicode"/>
                <a:cs typeface="Lucida Sans Unicode"/>
              </a:rPr>
              <a:t> </a:t>
            </a:r>
            <a:r>
              <a:rPr dirty="0" sz="3000" spc="175">
                <a:latin typeface="Lucida Sans Unicode"/>
                <a:cs typeface="Lucida Sans Unicode"/>
              </a:rPr>
              <a:t>and </a:t>
            </a:r>
            <a:r>
              <a:rPr dirty="0" sz="3000" spc="-10">
                <a:latin typeface="Lucida Sans Unicode"/>
                <a:cs typeface="Lucida Sans Unicode"/>
              </a:rPr>
              <a:t>facilities</a:t>
            </a:r>
            <a:endParaRPr sz="3000">
              <a:latin typeface="Lucida Sans Unicode"/>
              <a:cs typeface="Lucida Sans Unicode"/>
            </a:endParaRPr>
          </a:p>
          <a:p>
            <a:pPr marL="274320" indent="-261620">
              <a:lnSpc>
                <a:spcPct val="100000"/>
              </a:lnSpc>
              <a:spcBef>
                <a:spcPts val="555"/>
              </a:spcBef>
              <a:buChar char="•"/>
              <a:tabLst>
                <a:tab pos="274320" algn="l"/>
              </a:tabLst>
            </a:pPr>
            <a:r>
              <a:rPr dirty="0" sz="3000" spc="65">
                <a:latin typeface="Lucida Sans Unicode"/>
                <a:cs typeface="Lucida Sans Unicode"/>
              </a:rPr>
              <a:t>Real-</a:t>
            </a:r>
            <a:r>
              <a:rPr dirty="0" sz="3000" spc="90">
                <a:latin typeface="Lucida Sans Unicode"/>
                <a:cs typeface="Lucida Sans Unicode"/>
              </a:rPr>
              <a:t>time</a:t>
            </a:r>
            <a:r>
              <a:rPr dirty="0" sz="3000" spc="6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notifications</a:t>
            </a:r>
            <a:r>
              <a:rPr dirty="0" sz="3000" spc="60">
                <a:latin typeface="Lucida Sans Unicode"/>
                <a:cs typeface="Lucida Sans Unicode"/>
              </a:rPr>
              <a:t> </a:t>
            </a:r>
            <a:r>
              <a:rPr dirty="0" sz="3000" spc="200">
                <a:latin typeface="Lucida Sans Unicode"/>
                <a:cs typeface="Lucida Sans Unicode"/>
              </a:rPr>
              <a:t>and</a:t>
            </a:r>
            <a:r>
              <a:rPr dirty="0" sz="3000" spc="6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route</a:t>
            </a:r>
            <a:r>
              <a:rPr dirty="0" sz="3000" spc="60">
                <a:latin typeface="Lucida Sans Unicode"/>
                <a:cs typeface="Lucida Sans Unicode"/>
              </a:rPr>
              <a:t> </a:t>
            </a:r>
            <a:r>
              <a:rPr dirty="0" sz="3000" spc="130">
                <a:latin typeface="Lucida Sans Unicode"/>
                <a:cs typeface="Lucida Sans Unicode"/>
              </a:rPr>
              <a:t>updates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391B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9964040" y="0"/>
            <a:ext cx="8324215" cy="3197860"/>
            <a:chOff x="9964040" y="0"/>
            <a:chExt cx="8324215" cy="3197860"/>
          </a:xfrm>
        </p:grpSpPr>
        <p:sp>
          <p:nvSpPr>
            <p:cNvPr id="4" name="object 4" descr=""/>
            <p:cNvSpPr/>
            <p:nvPr/>
          </p:nvSpPr>
          <p:spPr>
            <a:xfrm>
              <a:off x="9964040" y="0"/>
              <a:ext cx="8324215" cy="3019425"/>
            </a:xfrm>
            <a:custGeom>
              <a:avLst/>
              <a:gdLst/>
              <a:ahLst/>
              <a:cxnLst/>
              <a:rect l="l" t="t" r="r" b="b"/>
              <a:pathLst>
                <a:path w="8324215" h="3019425">
                  <a:moveTo>
                    <a:pt x="6949573" y="3018873"/>
                  </a:moveTo>
                  <a:lnTo>
                    <a:pt x="0" y="9726"/>
                  </a:lnTo>
                  <a:lnTo>
                    <a:pt x="0" y="0"/>
                  </a:lnTo>
                  <a:lnTo>
                    <a:pt x="8323959" y="0"/>
                  </a:lnTo>
                  <a:lnTo>
                    <a:pt x="8323959" y="1645612"/>
                  </a:lnTo>
                  <a:lnTo>
                    <a:pt x="6949573" y="3018873"/>
                  </a:lnTo>
                  <a:close/>
                </a:path>
              </a:pathLst>
            </a:custGeom>
            <a:solidFill>
              <a:srgbClr val="7ED3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142687" y="0"/>
              <a:ext cx="5145405" cy="3197860"/>
            </a:xfrm>
            <a:custGeom>
              <a:avLst/>
              <a:gdLst/>
              <a:ahLst/>
              <a:cxnLst/>
              <a:rect l="l" t="t" r="r" b="b"/>
              <a:pathLst>
                <a:path w="5145405" h="3197860">
                  <a:moveTo>
                    <a:pt x="2941978" y="3197808"/>
                  </a:moveTo>
                  <a:lnTo>
                    <a:pt x="0" y="1921605"/>
                  </a:lnTo>
                  <a:lnTo>
                    <a:pt x="1892223" y="0"/>
                  </a:lnTo>
                  <a:lnTo>
                    <a:pt x="5145312" y="0"/>
                  </a:lnTo>
                  <a:lnTo>
                    <a:pt x="5145312" y="988850"/>
                  </a:lnTo>
                  <a:lnTo>
                    <a:pt x="2941978" y="3197808"/>
                  </a:lnTo>
                  <a:close/>
                </a:path>
              </a:pathLst>
            </a:custGeom>
            <a:solidFill>
              <a:srgbClr val="BFE4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084665" y="2822348"/>
              <a:ext cx="829310" cy="375920"/>
            </a:xfrm>
            <a:custGeom>
              <a:avLst/>
              <a:gdLst/>
              <a:ahLst/>
              <a:cxnLst/>
              <a:rect l="l" t="t" r="r" b="b"/>
              <a:pathLst>
                <a:path w="829309" h="375919">
                  <a:moveTo>
                    <a:pt x="0" y="375460"/>
                  </a:moveTo>
                  <a:lnTo>
                    <a:pt x="374422" y="0"/>
                  </a:lnTo>
                  <a:lnTo>
                    <a:pt x="828948" y="196525"/>
                  </a:lnTo>
                  <a:lnTo>
                    <a:pt x="0" y="375460"/>
                  </a:lnTo>
                  <a:close/>
                </a:path>
              </a:pathLst>
            </a:custGeom>
            <a:solidFill>
              <a:srgbClr val="B9D4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8283867" y="1645737"/>
              <a:ext cx="4445" cy="6350"/>
            </a:xfrm>
            <a:custGeom>
              <a:avLst/>
              <a:gdLst/>
              <a:ahLst/>
              <a:cxnLst/>
              <a:rect l="l" t="t" r="r" b="b"/>
              <a:pathLst>
                <a:path w="4444" h="6350">
                  <a:moveTo>
                    <a:pt x="4132" y="6276"/>
                  </a:moveTo>
                  <a:lnTo>
                    <a:pt x="0" y="4129"/>
                  </a:lnTo>
                  <a:lnTo>
                    <a:pt x="4132" y="0"/>
                  </a:lnTo>
                  <a:lnTo>
                    <a:pt x="4132" y="6276"/>
                  </a:lnTo>
                  <a:close/>
                </a:path>
              </a:pathLst>
            </a:custGeom>
            <a:solidFill>
              <a:srgbClr val="58B0C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0830">
              <a:lnSpc>
                <a:spcPct val="100000"/>
              </a:lnSpc>
              <a:spcBef>
                <a:spcPts val="100"/>
              </a:spcBef>
            </a:pPr>
            <a:r>
              <a:rPr dirty="0" spc="465">
                <a:solidFill>
                  <a:srgbClr val="FFFFFF"/>
                </a:solidFill>
              </a:rPr>
              <a:t>Key</a:t>
            </a:r>
            <a:r>
              <a:rPr dirty="0" spc="-585">
                <a:solidFill>
                  <a:srgbClr val="FFFFFF"/>
                </a:solidFill>
              </a:rPr>
              <a:t> </a:t>
            </a:r>
            <a:r>
              <a:rPr dirty="0" spc="335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2465647"/>
            <a:ext cx="9098280" cy="609409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441325" indent="-428625">
              <a:lnSpc>
                <a:spcPct val="100000"/>
              </a:lnSpc>
              <a:spcBef>
                <a:spcPts val="980"/>
              </a:spcBef>
              <a:buChar char="•"/>
              <a:tabLst>
                <a:tab pos="441325" algn="l"/>
              </a:tabLst>
            </a:pPr>
            <a:r>
              <a:rPr dirty="0" sz="4950" spc="125">
                <a:solidFill>
                  <a:srgbClr val="FFFFFF"/>
                </a:solidFill>
                <a:latin typeface="Lucida Sans Unicode"/>
                <a:cs typeface="Lucida Sans Unicode"/>
              </a:rPr>
              <a:t>Interactive</a:t>
            </a:r>
            <a:r>
              <a:rPr dirty="0" sz="4950" spc="-2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335">
                <a:solidFill>
                  <a:srgbClr val="FFFFFF"/>
                </a:solidFill>
                <a:latin typeface="Lucida Sans Unicode"/>
                <a:cs typeface="Lucida Sans Unicode"/>
              </a:rPr>
              <a:t>campus</a:t>
            </a:r>
            <a:r>
              <a:rPr dirty="0" sz="495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434">
                <a:solidFill>
                  <a:srgbClr val="FFFFFF"/>
                </a:solidFill>
                <a:latin typeface="Lucida Sans Unicode"/>
                <a:cs typeface="Lucida Sans Unicode"/>
              </a:rPr>
              <a:t>map</a:t>
            </a:r>
            <a:endParaRPr sz="4950">
              <a:latin typeface="Lucida Sans Unicode"/>
              <a:cs typeface="Lucida Sans Unicode"/>
            </a:endParaRPr>
          </a:p>
          <a:p>
            <a:pPr marL="441325" indent="-428625">
              <a:lnSpc>
                <a:spcPct val="100000"/>
              </a:lnSpc>
              <a:spcBef>
                <a:spcPts val="885"/>
              </a:spcBef>
              <a:buChar char="•"/>
              <a:tabLst>
                <a:tab pos="441325" algn="l"/>
              </a:tabLst>
            </a:pPr>
            <a:r>
              <a:rPr dirty="0" sz="4950" spc="90">
                <a:solidFill>
                  <a:srgbClr val="FFFFFF"/>
                </a:solidFill>
                <a:latin typeface="Lucida Sans Unicode"/>
                <a:cs typeface="Lucida Sans Unicode"/>
              </a:rPr>
              <a:t>Real-</a:t>
            </a:r>
            <a:r>
              <a:rPr dirty="0" sz="4950" spc="14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495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130">
                <a:solidFill>
                  <a:srgbClr val="FFFFFF"/>
                </a:solidFill>
                <a:latin typeface="Lucida Sans Unicode"/>
                <a:cs typeface="Lucida Sans Unicode"/>
              </a:rPr>
              <a:t>location</a:t>
            </a:r>
            <a:r>
              <a:rPr dirty="0" sz="495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75">
                <a:solidFill>
                  <a:srgbClr val="FFFFFF"/>
                </a:solidFill>
                <a:latin typeface="Lucida Sans Unicode"/>
                <a:cs typeface="Lucida Sans Unicode"/>
              </a:rPr>
              <a:t>tracking</a:t>
            </a:r>
            <a:endParaRPr sz="4950">
              <a:latin typeface="Lucida Sans Unicode"/>
              <a:cs typeface="Lucida Sans Unicode"/>
            </a:endParaRPr>
          </a:p>
          <a:p>
            <a:pPr marL="441325" indent="-428625">
              <a:lnSpc>
                <a:spcPct val="100000"/>
              </a:lnSpc>
              <a:spcBef>
                <a:spcPts val="885"/>
              </a:spcBef>
              <a:buChar char="•"/>
              <a:tabLst>
                <a:tab pos="441325" algn="l"/>
              </a:tabLst>
            </a:pPr>
            <a:r>
              <a:rPr dirty="0" sz="4950" spc="229">
                <a:solidFill>
                  <a:srgbClr val="FFFFFF"/>
                </a:solidFill>
                <a:latin typeface="Lucida Sans Unicode"/>
                <a:cs typeface="Lucida Sans Unicode"/>
              </a:rPr>
              <a:t>Smart</a:t>
            </a:r>
            <a:r>
              <a:rPr dirty="0" sz="4950" spc="-2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65">
                <a:solidFill>
                  <a:srgbClr val="FFFFFF"/>
                </a:solidFill>
                <a:latin typeface="Lucida Sans Unicode"/>
                <a:cs typeface="Lucida Sans Unicode"/>
              </a:rPr>
              <a:t>route</a:t>
            </a:r>
            <a:r>
              <a:rPr dirty="0" sz="4950" spc="-2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-10">
                <a:solidFill>
                  <a:srgbClr val="FFFFFF"/>
                </a:solidFill>
                <a:latin typeface="Lucida Sans Unicode"/>
                <a:cs typeface="Lucida Sans Unicode"/>
              </a:rPr>
              <a:t>optimization</a:t>
            </a:r>
            <a:endParaRPr sz="4950">
              <a:latin typeface="Lucida Sans Unicode"/>
              <a:cs typeface="Lucida Sans Unicode"/>
            </a:endParaRPr>
          </a:p>
          <a:p>
            <a:pPr marL="441325" indent="-428625">
              <a:lnSpc>
                <a:spcPct val="100000"/>
              </a:lnSpc>
              <a:spcBef>
                <a:spcPts val="885"/>
              </a:spcBef>
              <a:buChar char="•"/>
              <a:tabLst>
                <a:tab pos="441325" algn="l"/>
              </a:tabLst>
            </a:pPr>
            <a:r>
              <a:rPr dirty="0" sz="4950" spc="135">
                <a:solidFill>
                  <a:srgbClr val="FFFFFF"/>
                </a:solidFill>
                <a:latin typeface="Lucida Sans Unicode"/>
                <a:cs typeface="Lucida Sans Unicode"/>
              </a:rPr>
              <a:t>Navigation</a:t>
            </a:r>
            <a:r>
              <a:rPr dirty="0" sz="495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200">
                <a:solidFill>
                  <a:srgbClr val="FFFFFF"/>
                </a:solidFill>
                <a:latin typeface="Lucida Sans Unicode"/>
                <a:cs typeface="Lucida Sans Unicode"/>
              </a:rPr>
              <a:t>assistance</a:t>
            </a:r>
            <a:endParaRPr sz="4950">
              <a:latin typeface="Lucida Sans Unicode"/>
              <a:cs typeface="Lucida Sans Unicode"/>
            </a:endParaRPr>
          </a:p>
          <a:p>
            <a:pPr marL="441325" indent="-428625">
              <a:lnSpc>
                <a:spcPct val="100000"/>
              </a:lnSpc>
              <a:spcBef>
                <a:spcPts val="890"/>
              </a:spcBef>
              <a:buChar char="•"/>
              <a:tabLst>
                <a:tab pos="441325" algn="l"/>
              </a:tabLst>
            </a:pPr>
            <a:r>
              <a:rPr dirty="0" sz="4950">
                <a:solidFill>
                  <a:srgbClr val="FFFFFF"/>
                </a:solidFill>
                <a:latin typeface="Lucida Sans Unicode"/>
                <a:cs typeface="Lucida Sans Unicode"/>
              </a:rPr>
              <a:t>Notifications</a:t>
            </a:r>
            <a:r>
              <a:rPr dirty="0" sz="495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32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495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85">
                <a:solidFill>
                  <a:srgbClr val="FFFFFF"/>
                </a:solidFill>
                <a:latin typeface="Lucida Sans Unicode"/>
                <a:cs typeface="Lucida Sans Unicode"/>
              </a:rPr>
              <a:t>alerts</a:t>
            </a:r>
            <a:endParaRPr sz="4950">
              <a:latin typeface="Lucida Sans Unicode"/>
              <a:cs typeface="Lucida Sans Unicode"/>
            </a:endParaRPr>
          </a:p>
          <a:p>
            <a:pPr marL="441325" indent="-428625">
              <a:lnSpc>
                <a:spcPct val="100000"/>
              </a:lnSpc>
              <a:spcBef>
                <a:spcPts val="885"/>
              </a:spcBef>
              <a:buChar char="•"/>
              <a:tabLst>
                <a:tab pos="441325" algn="l"/>
              </a:tabLst>
            </a:pPr>
            <a:r>
              <a:rPr dirty="0" sz="4950" spc="-10">
                <a:solidFill>
                  <a:srgbClr val="FFFFFF"/>
                </a:solidFill>
                <a:latin typeface="Lucida Sans Unicode"/>
                <a:cs typeface="Lucida Sans Unicode"/>
              </a:rPr>
              <a:t>User-</a:t>
            </a:r>
            <a:r>
              <a:rPr dirty="0" sz="4950">
                <a:solidFill>
                  <a:srgbClr val="FFFFFF"/>
                </a:solidFill>
                <a:latin typeface="Lucida Sans Unicode"/>
                <a:cs typeface="Lucida Sans Unicode"/>
              </a:rPr>
              <a:t>friendly</a:t>
            </a:r>
            <a:r>
              <a:rPr dirty="0" sz="49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120">
                <a:solidFill>
                  <a:srgbClr val="FFFFFF"/>
                </a:solidFill>
                <a:latin typeface="Lucida Sans Unicode"/>
                <a:cs typeface="Lucida Sans Unicode"/>
              </a:rPr>
              <a:t>interface</a:t>
            </a:r>
            <a:endParaRPr sz="4950">
              <a:latin typeface="Lucida Sans Unicode"/>
              <a:cs typeface="Lucida Sans Unicode"/>
            </a:endParaRPr>
          </a:p>
          <a:p>
            <a:pPr marL="441325" indent="-428625">
              <a:lnSpc>
                <a:spcPct val="100000"/>
              </a:lnSpc>
              <a:spcBef>
                <a:spcPts val="885"/>
              </a:spcBef>
              <a:buChar char="•"/>
              <a:tabLst>
                <a:tab pos="441325" algn="l"/>
              </a:tabLst>
            </a:pPr>
            <a:r>
              <a:rPr dirty="0" sz="4950" spc="114">
                <a:solidFill>
                  <a:srgbClr val="FFFFFF"/>
                </a:solidFill>
                <a:latin typeface="Lucida Sans Unicode"/>
                <a:cs typeface="Lucida Sans Unicode"/>
              </a:rPr>
              <a:t>Admin</a:t>
            </a:r>
            <a:r>
              <a:rPr dirty="0" sz="4950" spc="-2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330">
                <a:solidFill>
                  <a:srgbClr val="FFFFFF"/>
                </a:solidFill>
                <a:latin typeface="Lucida Sans Unicode"/>
                <a:cs typeface="Lucida Sans Unicode"/>
              </a:rPr>
              <a:t>management</a:t>
            </a:r>
            <a:r>
              <a:rPr dirty="0" sz="495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950" spc="204">
                <a:solidFill>
                  <a:srgbClr val="FFFFFF"/>
                </a:solidFill>
                <a:latin typeface="Lucida Sans Unicode"/>
                <a:cs typeface="Lucida Sans Unicode"/>
              </a:rPr>
              <a:t>panel</a:t>
            </a:r>
            <a:endParaRPr sz="495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4490444" y="5780551"/>
            <a:ext cx="3542029" cy="4254500"/>
          </a:xfrm>
          <a:custGeom>
            <a:avLst/>
            <a:gdLst/>
            <a:ahLst/>
            <a:cxnLst/>
            <a:rect l="l" t="t" r="r" b="b"/>
            <a:pathLst>
              <a:path w="3542030" h="4254500">
                <a:moveTo>
                  <a:pt x="3519431" y="76200"/>
                </a:moveTo>
                <a:lnTo>
                  <a:pt x="3475512" y="76200"/>
                </a:lnTo>
                <a:lnTo>
                  <a:pt x="3463888" y="63500"/>
                </a:lnTo>
                <a:lnTo>
                  <a:pt x="3456167" y="50800"/>
                </a:lnTo>
                <a:lnTo>
                  <a:pt x="3453367" y="38100"/>
                </a:lnTo>
                <a:lnTo>
                  <a:pt x="3456844" y="25400"/>
                </a:lnTo>
                <a:lnTo>
                  <a:pt x="3466316" y="12700"/>
                </a:lnTo>
                <a:lnTo>
                  <a:pt x="3480345" y="0"/>
                </a:lnTo>
                <a:lnTo>
                  <a:pt x="3514641" y="0"/>
                </a:lnTo>
                <a:lnTo>
                  <a:pt x="3528670" y="12700"/>
                </a:lnTo>
                <a:lnTo>
                  <a:pt x="3538142" y="25400"/>
                </a:lnTo>
                <a:lnTo>
                  <a:pt x="3541618" y="38100"/>
                </a:lnTo>
                <a:lnTo>
                  <a:pt x="3538805" y="50800"/>
                </a:lnTo>
                <a:lnTo>
                  <a:pt x="3531060" y="63500"/>
                </a:lnTo>
                <a:lnTo>
                  <a:pt x="3519431" y="76200"/>
                </a:lnTo>
                <a:close/>
              </a:path>
              <a:path w="3542030" h="4254500">
                <a:moveTo>
                  <a:pt x="3504963" y="1917700"/>
                </a:moveTo>
                <a:lnTo>
                  <a:pt x="3490022" y="1917700"/>
                </a:lnTo>
                <a:lnTo>
                  <a:pt x="3490022" y="76200"/>
                </a:lnTo>
                <a:lnTo>
                  <a:pt x="3504963" y="76200"/>
                </a:lnTo>
                <a:lnTo>
                  <a:pt x="3504963" y="1917700"/>
                </a:lnTo>
                <a:close/>
              </a:path>
              <a:path w="3542030" h="4254500">
                <a:moveTo>
                  <a:pt x="2430462" y="1854200"/>
                </a:moveTo>
                <a:lnTo>
                  <a:pt x="2375779" y="1854200"/>
                </a:lnTo>
                <a:lnTo>
                  <a:pt x="2383553" y="1841500"/>
                </a:lnTo>
                <a:lnTo>
                  <a:pt x="2401818" y="1841500"/>
                </a:lnTo>
                <a:lnTo>
                  <a:pt x="2468655" y="1320800"/>
                </a:lnTo>
                <a:lnTo>
                  <a:pt x="2473734" y="1308100"/>
                </a:lnTo>
                <a:lnTo>
                  <a:pt x="2478217" y="1320800"/>
                </a:lnTo>
                <a:lnTo>
                  <a:pt x="2479412" y="1320800"/>
                </a:lnTo>
                <a:lnTo>
                  <a:pt x="2499935" y="1333500"/>
                </a:lnTo>
                <a:lnTo>
                  <a:pt x="2481503" y="1333500"/>
                </a:lnTo>
                <a:lnTo>
                  <a:pt x="2416759" y="1841500"/>
                </a:lnTo>
                <a:lnTo>
                  <a:pt x="2430462" y="1854200"/>
                </a:lnTo>
                <a:close/>
              </a:path>
              <a:path w="3542030" h="4254500">
                <a:moveTo>
                  <a:pt x="3521821" y="1993900"/>
                </a:moveTo>
                <a:lnTo>
                  <a:pt x="3474284" y="1993900"/>
                </a:lnTo>
                <a:lnTo>
                  <a:pt x="3462607" y="1981200"/>
                </a:lnTo>
                <a:lnTo>
                  <a:pt x="3455570" y="1968500"/>
                </a:lnTo>
                <a:lnTo>
                  <a:pt x="3453483" y="1955800"/>
                </a:lnTo>
                <a:lnTo>
                  <a:pt x="3456654" y="1943100"/>
                </a:lnTo>
                <a:lnTo>
                  <a:pt x="2481503" y="1333500"/>
                </a:lnTo>
                <a:lnTo>
                  <a:pt x="2499935" y="1333500"/>
                </a:lnTo>
                <a:lnTo>
                  <a:pt x="3464523" y="1930400"/>
                </a:lnTo>
                <a:lnTo>
                  <a:pt x="3533460" y="1930400"/>
                </a:lnTo>
                <a:lnTo>
                  <a:pt x="3540373" y="1943100"/>
                </a:lnTo>
                <a:lnTo>
                  <a:pt x="3541011" y="1968500"/>
                </a:lnTo>
                <a:lnTo>
                  <a:pt x="3534945" y="1981200"/>
                </a:lnTo>
                <a:lnTo>
                  <a:pt x="3528999" y="1981200"/>
                </a:lnTo>
                <a:lnTo>
                  <a:pt x="3521821" y="1993900"/>
                </a:lnTo>
                <a:close/>
              </a:path>
              <a:path w="3542030" h="4254500">
                <a:moveTo>
                  <a:pt x="87753" y="1879600"/>
                </a:moveTo>
                <a:lnTo>
                  <a:pt x="697" y="1879600"/>
                </a:lnTo>
                <a:lnTo>
                  <a:pt x="0" y="1866900"/>
                </a:lnTo>
                <a:lnTo>
                  <a:pt x="896" y="1866900"/>
                </a:lnTo>
                <a:lnTo>
                  <a:pt x="1195" y="1854200"/>
                </a:lnTo>
                <a:lnTo>
                  <a:pt x="84268" y="1854200"/>
                </a:lnTo>
                <a:lnTo>
                  <a:pt x="1594904" y="1473200"/>
                </a:lnTo>
                <a:lnTo>
                  <a:pt x="1594207" y="1460500"/>
                </a:lnTo>
                <a:lnTo>
                  <a:pt x="1595801" y="1447800"/>
                </a:lnTo>
                <a:lnTo>
                  <a:pt x="1600084" y="1447800"/>
                </a:lnTo>
                <a:lnTo>
                  <a:pt x="1611440" y="1435100"/>
                </a:lnTo>
                <a:lnTo>
                  <a:pt x="1626392" y="1422400"/>
                </a:lnTo>
                <a:lnTo>
                  <a:pt x="1659947" y="1422400"/>
                </a:lnTo>
                <a:lnTo>
                  <a:pt x="1672188" y="1435100"/>
                </a:lnTo>
                <a:lnTo>
                  <a:pt x="1679956" y="1447800"/>
                </a:lnTo>
                <a:lnTo>
                  <a:pt x="1682849" y="1460500"/>
                </a:lnTo>
                <a:lnTo>
                  <a:pt x="1680466" y="1485900"/>
                </a:lnTo>
                <a:lnTo>
                  <a:pt x="1598589" y="1485900"/>
                </a:lnTo>
                <a:lnTo>
                  <a:pt x="87853" y="1866900"/>
                </a:lnTo>
                <a:lnTo>
                  <a:pt x="87753" y="1879600"/>
                </a:lnTo>
                <a:close/>
              </a:path>
              <a:path w="3542030" h="4254500">
                <a:moveTo>
                  <a:pt x="3521099" y="4178300"/>
                </a:moveTo>
                <a:lnTo>
                  <a:pt x="3472292" y="4178300"/>
                </a:lnTo>
                <a:lnTo>
                  <a:pt x="2415563" y="1930400"/>
                </a:lnTo>
                <a:lnTo>
                  <a:pt x="2398232" y="1930400"/>
                </a:lnTo>
                <a:lnTo>
                  <a:pt x="2381612" y="1917700"/>
                </a:lnTo>
                <a:lnTo>
                  <a:pt x="2368960" y="1905000"/>
                </a:lnTo>
                <a:lnTo>
                  <a:pt x="2361407" y="1892300"/>
                </a:lnTo>
                <a:lnTo>
                  <a:pt x="2360083" y="1879600"/>
                </a:lnTo>
                <a:lnTo>
                  <a:pt x="2360481" y="1879600"/>
                </a:lnTo>
                <a:lnTo>
                  <a:pt x="2361278" y="1866900"/>
                </a:lnTo>
                <a:lnTo>
                  <a:pt x="2362174" y="1866900"/>
                </a:lnTo>
                <a:lnTo>
                  <a:pt x="1673393" y="1498600"/>
                </a:lnTo>
                <a:lnTo>
                  <a:pt x="1606184" y="1498600"/>
                </a:lnTo>
                <a:lnTo>
                  <a:pt x="1601910" y="1485900"/>
                </a:lnTo>
                <a:lnTo>
                  <a:pt x="1680466" y="1485900"/>
                </a:lnTo>
                <a:lnTo>
                  <a:pt x="2369247" y="1854200"/>
                </a:lnTo>
                <a:lnTo>
                  <a:pt x="2440702" y="1854200"/>
                </a:lnTo>
                <a:lnTo>
                  <a:pt x="2446664" y="1879600"/>
                </a:lnTo>
                <a:lnTo>
                  <a:pt x="2447537" y="1892300"/>
                </a:lnTo>
                <a:lnTo>
                  <a:pt x="2445315" y="1905000"/>
                </a:lnTo>
                <a:lnTo>
                  <a:pt x="2441337" y="1905000"/>
                </a:lnTo>
                <a:lnTo>
                  <a:pt x="2435827" y="1917700"/>
                </a:lnTo>
                <a:lnTo>
                  <a:pt x="2429010" y="1917700"/>
                </a:lnTo>
                <a:lnTo>
                  <a:pt x="3485739" y="4165600"/>
                </a:lnTo>
                <a:lnTo>
                  <a:pt x="3520502" y="4165600"/>
                </a:lnTo>
                <a:lnTo>
                  <a:pt x="3521099" y="4178300"/>
                </a:lnTo>
                <a:close/>
              </a:path>
              <a:path w="3542030" h="4254500">
                <a:moveTo>
                  <a:pt x="1653881" y="1511300"/>
                </a:moveTo>
                <a:lnTo>
                  <a:pt x="1621897" y="1511300"/>
                </a:lnTo>
                <a:lnTo>
                  <a:pt x="1617514" y="1498600"/>
                </a:lnTo>
                <a:lnTo>
                  <a:pt x="1661104" y="1498600"/>
                </a:lnTo>
                <a:lnTo>
                  <a:pt x="1653881" y="1511300"/>
                </a:lnTo>
                <a:close/>
              </a:path>
              <a:path w="3542030" h="4254500">
                <a:moveTo>
                  <a:pt x="1640025" y="2908300"/>
                </a:moveTo>
                <a:lnTo>
                  <a:pt x="1624785" y="2908300"/>
                </a:lnTo>
                <a:lnTo>
                  <a:pt x="1630961" y="1511300"/>
                </a:lnTo>
                <a:lnTo>
                  <a:pt x="1646200" y="1511300"/>
                </a:lnTo>
                <a:lnTo>
                  <a:pt x="1640025" y="2908300"/>
                </a:lnTo>
                <a:close/>
              </a:path>
              <a:path w="3542030" h="4254500">
                <a:moveTo>
                  <a:pt x="71717" y="1841500"/>
                </a:moveTo>
                <a:lnTo>
                  <a:pt x="16634" y="1841500"/>
                </a:lnTo>
                <a:lnTo>
                  <a:pt x="17531" y="1828800"/>
                </a:lnTo>
                <a:lnTo>
                  <a:pt x="70622" y="1828800"/>
                </a:lnTo>
                <a:lnTo>
                  <a:pt x="71717" y="1841500"/>
                </a:lnTo>
                <a:close/>
              </a:path>
              <a:path w="3542030" h="4254500">
                <a:moveTo>
                  <a:pt x="83471" y="1854200"/>
                </a:moveTo>
                <a:lnTo>
                  <a:pt x="4581" y="1854200"/>
                </a:lnTo>
                <a:lnTo>
                  <a:pt x="5976" y="1841500"/>
                </a:lnTo>
                <a:lnTo>
                  <a:pt x="82076" y="1841500"/>
                </a:lnTo>
                <a:lnTo>
                  <a:pt x="83471" y="1854200"/>
                </a:lnTo>
                <a:close/>
              </a:path>
              <a:path w="3542030" h="4254500">
                <a:moveTo>
                  <a:pt x="84665" y="1892300"/>
                </a:moveTo>
                <a:lnTo>
                  <a:pt x="3785" y="1892300"/>
                </a:lnTo>
                <a:lnTo>
                  <a:pt x="3187" y="1879600"/>
                </a:lnTo>
                <a:lnTo>
                  <a:pt x="84964" y="1879600"/>
                </a:lnTo>
                <a:lnTo>
                  <a:pt x="84665" y="1892300"/>
                </a:lnTo>
                <a:close/>
              </a:path>
              <a:path w="3542030" h="4254500">
                <a:moveTo>
                  <a:pt x="1672596" y="2933700"/>
                </a:moveTo>
                <a:lnTo>
                  <a:pt x="1591915" y="2933700"/>
                </a:lnTo>
                <a:lnTo>
                  <a:pt x="75800" y="1905000"/>
                </a:lnTo>
                <a:lnTo>
                  <a:pt x="11753" y="1905000"/>
                </a:lnTo>
                <a:lnTo>
                  <a:pt x="10956" y="1892300"/>
                </a:lnTo>
                <a:lnTo>
                  <a:pt x="84167" y="1892300"/>
                </a:lnTo>
                <a:lnTo>
                  <a:pt x="1600282" y="2921000"/>
                </a:lnTo>
                <a:lnTo>
                  <a:pt x="1672297" y="2921000"/>
                </a:lnTo>
                <a:lnTo>
                  <a:pt x="1672596" y="2933700"/>
                </a:lnTo>
                <a:close/>
              </a:path>
              <a:path w="3542030" h="4254500">
                <a:moveTo>
                  <a:pt x="57274" y="1917700"/>
                </a:moveTo>
                <a:lnTo>
                  <a:pt x="31176" y="1917700"/>
                </a:lnTo>
                <a:lnTo>
                  <a:pt x="30081" y="1905000"/>
                </a:lnTo>
                <a:lnTo>
                  <a:pt x="58867" y="1905000"/>
                </a:lnTo>
                <a:lnTo>
                  <a:pt x="57274" y="1917700"/>
                </a:lnTo>
                <a:close/>
              </a:path>
              <a:path w="3542030" h="4254500">
                <a:moveTo>
                  <a:pt x="3533460" y="1930400"/>
                </a:moveTo>
                <a:lnTo>
                  <a:pt x="3464523" y="1930400"/>
                </a:lnTo>
                <a:lnTo>
                  <a:pt x="3470006" y="1917700"/>
                </a:lnTo>
                <a:lnTo>
                  <a:pt x="3520701" y="1917700"/>
                </a:lnTo>
                <a:lnTo>
                  <a:pt x="3533460" y="1930400"/>
                </a:lnTo>
                <a:close/>
              </a:path>
              <a:path w="3542030" h="4254500">
                <a:moveTo>
                  <a:pt x="3504963" y="4165600"/>
                </a:moveTo>
                <a:lnTo>
                  <a:pt x="3490022" y="4165600"/>
                </a:lnTo>
                <a:lnTo>
                  <a:pt x="3490022" y="1993900"/>
                </a:lnTo>
                <a:lnTo>
                  <a:pt x="3504963" y="1993900"/>
                </a:lnTo>
                <a:lnTo>
                  <a:pt x="3504963" y="4165600"/>
                </a:lnTo>
                <a:close/>
              </a:path>
              <a:path w="3542030" h="4254500">
                <a:moveTo>
                  <a:pt x="1664827" y="2921000"/>
                </a:moveTo>
                <a:lnTo>
                  <a:pt x="1600282" y="2921000"/>
                </a:lnTo>
                <a:lnTo>
                  <a:pt x="1600879" y="2908300"/>
                </a:lnTo>
                <a:lnTo>
                  <a:pt x="1663532" y="2908300"/>
                </a:lnTo>
                <a:lnTo>
                  <a:pt x="1664827" y="2921000"/>
                </a:lnTo>
                <a:close/>
              </a:path>
              <a:path w="3542030" h="4254500">
                <a:moveTo>
                  <a:pt x="1675286" y="2959100"/>
                </a:moveTo>
                <a:lnTo>
                  <a:pt x="1589127" y="2959100"/>
                </a:lnTo>
                <a:lnTo>
                  <a:pt x="1588928" y="2946395"/>
                </a:lnTo>
                <a:lnTo>
                  <a:pt x="1588330" y="2946395"/>
                </a:lnTo>
                <a:lnTo>
                  <a:pt x="1588927" y="2933700"/>
                </a:lnTo>
                <a:lnTo>
                  <a:pt x="1675784" y="2933700"/>
                </a:lnTo>
                <a:lnTo>
                  <a:pt x="1675883" y="2946395"/>
                </a:lnTo>
                <a:lnTo>
                  <a:pt x="1675286" y="2959100"/>
                </a:lnTo>
                <a:close/>
              </a:path>
              <a:path w="3542030" h="4254500">
                <a:moveTo>
                  <a:pt x="250945" y="4178300"/>
                </a:moveTo>
                <a:lnTo>
                  <a:pt x="219135" y="4178300"/>
                </a:lnTo>
                <a:lnTo>
                  <a:pt x="917379" y="3822700"/>
                </a:lnTo>
                <a:lnTo>
                  <a:pt x="915572" y="3810000"/>
                </a:lnTo>
                <a:lnTo>
                  <a:pt x="917785" y="3797300"/>
                </a:lnTo>
                <a:lnTo>
                  <a:pt x="921861" y="3784600"/>
                </a:lnTo>
                <a:lnTo>
                  <a:pt x="529311" y="3441700"/>
                </a:lnTo>
                <a:lnTo>
                  <a:pt x="525028" y="3441700"/>
                </a:lnTo>
                <a:lnTo>
                  <a:pt x="527319" y="3429000"/>
                </a:lnTo>
                <a:lnTo>
                  <a:pt x="531502" y="3429000"/>
                </a:lnTo>
                <a:lnTo>
                  <a:pt x="575980" y="3403600"/>
                </a:lnTo>
                <a:lnTo>
                  <a:pt x="620788" y="3390900"/>
                </a:lnTo>
                <a:lnTo>
                  <a:pt x="711288" y="3340100"/>
                </a:lnTo>
                <a:lnTo>
                  <a:pt x="756924" y="3327400"/>
                </a:lnTo>
                <a:lnTo>
                  <a:pt x="848830" y="3276600"/>
                </a:lnTo>
                <a:lnTo>
                  <a:pt x="895046" y="3263900"/>
                </a:lnTo>
                <a:lnTo>
                  <a:pt x="941401" y="3238500"/>
                </a:lnTo>
                <a:lnTo>
                  <a:pt x="987866" y="3225800"/>
                </a:lnTo>
                <a:lnTo>
                  <a:pt x="1081020" y="3175000"/>
                </a:lnTo>
                <a:lnTo>
                  <a:pt x="1127654" y="3162300"/>
                </a:lnTo>
                <a:lnTo>
                  <a:pt x="1174289" y="3136900"/>
                </a:lnTo>
                <a:lnTo>
                  <a:pt x="1313926" y="3073400"/>
                </a:lnTo>
                <a:lnTo>
                  <a:pt x="1360291" y="3060700"/>
                </a:lnTo>
                <a:lnTo>
                  <a:pt x="1406520" y="3035300"/>
                </a:lnTo>
                <a:lnTo>
                  <a:pt x="1452585" y="3022600"/>
                </a:lnTo>
                <a:lnTo>
                  <a:pt x="1544115" y="2971800"/>
                </a:lnTo>
                <a:lnTo>
                  <a:pt x="1589525" y="2959100"/>
                </a:lnTo>
                <a:lnTo>
                  <a:pt x="1672397" y="2959100"/>
                </a:lnTo>
                <a:lnTo>
                  <a:pt x="1691078" y="2971800"/>
                </a:lnTo>
                <a:lnTo>
                  <a:pt x="1595700" y="2971800"/>
                </a:lnTo>
                <a:lnTo>
                  <a:pt x="548235" y="3441700"/>
                </a:lnTo>
                <a:lnTo>
                  <a:pt x="931821" y="3771900"/>
                </a:lnTo>
                <a:lnTo>
                  <a:pt x="988597" y="3771900"/>
                </a:lnTo>
                <a:lnTo>
                  <a:pt x="994948" y="3784600"/>
                </a:lnTo>
                <a:lnTo>
                  <a:pt x="999516" y="3797300"/>
                </a:lnTo>
                <a:lnTo>
                  <a:pt x="1002310" y="3797300"/>
                </a:lnTo>
                <a:lnTo>
                  <a:pt x="1003339" y="3810000"/>
                </a:lnTo>
                <a:lnTo>
                  <a:pt x="1085083" y="3822700"/>
                </a:lnTo>
                <a:lnTo>
                  <a:pt x="1001148" y="3822700"/>
                </a:lnTo>
                <a:lnTo>
                  <a:pt x="999355" y="3835400"/>
                </a:lnTo>
                <a:lnTo>
                  <a:pt x="924252" y="3835400"/>
                </a:lnTo>
                <a:lnTo>
                  <a:pt x="250945" y="4178300"/>
                </a:lnTo>
                <a:close/>
              </a:path>
              <a:path w="3542030" h="4254500">
                <a:moveTo>
                  <a:pt x="1661241" y="2984500"/>
                </a:moveTo>
                <a:lnTo>
                  <a:pt x="1603270" y="2984500"/>
                </a:lnTo>
                <a:lnTo>
                  <a:pt x="1602374" y="2971800"/>
                </a:lnTo>
                <a:lnTo>
                  <a:pt x="1662536" y="2971800"/>
                </a:lnTo>
                <a:lnTo>
                  <a:pt x="1661241" y="2984500"/>
                </a:lnTo>
                <a:close/>
              </a:path>
              <a:path w="3542030" h="4254500">
                <a:moveTo>
                  <a:pt x="3534148" y="4191000"/>
                </a:moveTo>
                <a:lnTo>
                  <a:pt x="3457251" y="4191000"/>
                </a:lnTo>
                <a:lnTo>
                  <a:pt x="1663831" y="2971800"/>
                </a:lnTo>
                <a:lnTo>
                  <a:pt x="1691078" y="2971800"/>
                </a:lnTo>
                <a:lnTo>
                  <a:pt x="3465817" y="4178300"/>
                </a:lnTo>
                <a:lnTo>
                  <a:pt x="3533650" y="4178300"/>
                </a:lnTo>
                <a:lnTo>
                  <a:pt x="3534148" y="4191000"/>
                </a:lnTo>
                <a:close/>
              </a:path>
              <a:path w="3542030" h="4254500">
                <a:moveTo>
                  <a:pt x="3541419" y="4216400"/>
                </a:moveTo>
                <a:lnTo>
                  <a:pt x="3453467" y="4216400"/>
                </a:lnTo>
                <a:lnTo>
                  <a:pt x="1001148" y="3822700"/>
                </a:lnTo>
                <a:lnTo>
                  <a:pt x="1085083" y="3822700"/>
                </a:lnTo>
                <a:lnTo>
                  <a:pt x="3455657" y="4191000"/>
                </a:lnTo>
                <a:lnTo>
                  <a:pt x="3539128" y="4191000"/>
                </a:lnTo>
                <a:lnTo>
                  <a:pt x="3539825" y="4203700"/>
                </a:lnTo>
                <a:lnTo>
                  <a:pt x="3541518" y="4203700"/>
                </a:lnTo>
                <a:lnTo>
                  <a:pt x="3541419" y="4216400"/>
                </a:lnTo>
                <a:close/>
              </a:path>
              <a:path w="3542030" h="4254500">
                <a:moveTo>
                  <a:pt x="962140" y="3860800"/>
                </a:moveTo>
                <a:lnTo>
                  <a:pt x="945404" y="3848100"/>
                </a:lnTo>
                <a:lnTo>
                  <a:pt x="927937" y="3848100"/>
                </a:lnTo>
                <a:lnTo>
                  <a:pt x="926045" y="3835400"/>
                </a:lnTo>
                <a:lnTo>
                  <a:pt x="992483" y="3835400"/>
                </a:lnTo>
                <a:lnTo>
                  <a:pt x="978483" y="3848100"/>
                </a:lnTo>
                <a:lnTo>
                  <a:pt x="962140" y="3860800"/>
                </a:lnTo>
                <a:close/>
              </a:path>
              <a:path w="3542030" h="4254500">
                <a:moveTo>
                  <a:pt x="204095" y="4254500"/>
                </a:moveTo>
                <a:lnTo>
                  <a:pt x="170452" y="4254500"/>
                </a:lnTo>
                <a:lnTo>
                  <a:pt x="155658" y="4241800"/>
                </a:lnTo>
                <a:lnTo>
                  <a:pt x="144729" y="4229100"/>
                </a:lnTo>
                <a:lnTo>
                  <a:pt x="139956" y="4216400"/>
                </a:lnTo>
                <a:lnTo>
                  <a:pt x="141953" y="4191000"/>
                </a:lnTo>
                <a:lnTo>
                  <a:pt x="150094" y="4178300"/>
                </a:lnTo>
                <a:lnTo>
                  <a:pt x="163754" y="4165600"/>
                </a:lnTo>
                <a:lnTo>
                  <a:pt x="193985" y="4165600"/>
                </a:lnTo>
                <a:lnTo>
                  <a:pt x="207877" y="4178300"/>
                </a:lnTo>
                <a:lnTo>
                  <a:pt x="250945" y="4178300"/>
                </a:lnTo>
                <a:lnTo>
                  <a:pt x="226008" y="4191000"/>
                </a:lnTo>
                <a:lnTo>
                  <a:pt x="227963" y="4216400"/>
                </a:lnTo>
                <a:lnTo>
                  <a:pt x="224688" y="4229100"/>
                </a:lnTo>
                <a:lnTo>
                  <a:pt x="216595" y="4241800"/>
                </a:lnTo>
                <a:lnTo>
                  <a:pt x="204095" y="4254500"/>
                </a:lnTo>
                <a:close/>
              </a:path>
              <a:path w="3542030" h="4254500">
                <a:moveTo>
                  <a:pt x="3539128" y="4229100"/>
                </a:moveTo>
                <a:lnTo>
                  <a:pt x="3455758" y="4229100"/>
                </a:lnTo>
                <a:lnTo>
                  <a:pt x="3455459" y="4216400"/>
                </a:lnTo>
                <a:lnTo>
                  <a:pt x="3539327" y="4216400"/>
                </a:lnTo>
                <a:lnTo>
                  <a:pt x="3539128" y="4229100"/>
                </a:lnTo>
                <a:close/>
              </a:path>
              <a:path w="3542030" h="4254500">
                <a:moveTo>
                  <a:pt x="3532355" y="4241800"/>
                </a:moveTo>
                <a:lnTo>
                  <a:pt x="3462132" y="4241800"/>
                </a:lnTo>
                <a:lnTo>
                  <a:pt x="3461833" y="4229100"/>
                </a:lnTo>
                <a:lnTo>
                  <a:pt x="3533152" y="4229100"/>
                </a:lnTo>
                <a:lnTo>
                  <a:pt x="3532355" y="4241800"/>
                </a:lnTo>
                <a:close/>
              </a:path>
              <a:path w="3542030" h="4254500">
                <a:moveTo>
                  <a:pt x="3517016" y="4254500"/>
                </a:moveTo>
                <a:lnTo>
                  <a:pt x="3478169" y="4254500"/>
                </a:lnTo>
                <a:lnTo>
                  <a:pt x="3476376" y="4241800"/>
                </a:lnTo>
                <a:lnTo>
                  <a:pt x="3517713" y="4241800"/>
                </a:lnTo>
                <a:lnTo>
                  <a:pt x="3517016" y="4254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490444" y="5780551"/>
            <a:ext cx="3542029" cy="4254500"/>
          </a:xfrm>
          <a:custGeom>
            <a:avLst/>
            <a:gdLst/>
            <a:ahLst/>
            <a:cxnLst/>
            <a:rect l="l" t="t" r="r" b="b"/>
            <a:pathLst>
              <a:path w="3542030" h="4254500">
                <a:moveTo>
                  <a:pt x="3519431" y="76200"/>
                </a:moveTo>
                <a:lnTo>
                  <a:pt x="3475512" y="76200"/>
                </a:lnTo>
                <a:lnTo>
                  <a:pt x="3463888" y="63500"/>
                </a:lnTo>
                <a:lnTo>
                  <a:pt x="3456167" y="50800"/>
                </a:lnTo>
                <a:lnTo>
                  <a:pt x="3453367" y="38100"/>
                </a:lnTo>
                <a:lnTo>
                  <a:pt x="3456844" y="25400"/>
                </a:lnTo>
                <a:lnTo>
                  <a:pt x="3466316" y="12700"/>
                </a:lnTo>
                <a:lnTo>
                  <a:pt x="3480345" y="0"/>
                </a:lnTo>
                <a:lnTo>
                  <a:pt x="3514641" y="0"/>
                </a:lnTo>
                <a:lnTo>
                  <a:pt x="3528670" y="12700"/>
                </a:lnTo>
                <a:lnTo>
                  <a:pt x="3538142" y="25400"/>
                </a:lnTo>
                <a:lnTo>
                  <a:pt x="3541618" y="38100"/>
                </a:lnTo>
                <a:lnTo>
                  <a:pt x="3538805" y="50800"/>
                </a:lnTo>
                <a:lnTo>
                  <a:pt x="3531060" y="63500"/>
                </a:lnTo>
                <a:lnTo>
                  <a:pt x="3519431" y="76200"/>
                </a:lnTo>
                <a:close/>
              </a:path>
              <a:path w="3542030" h="4254500">
                <a:moveTo>
                  <a:pt x="3504963" y="1917700"/>
                </a:moveTo>
                <a:lnTo>
                  <a:pt x="3490022" y="1917700"/>
                </a:lnTo>
                <a:lnTo>
                  <a:pt x="3490022" y="76200"/>
                </a:lnTo>
                <a:lnTo>
                  <a:pt x="3504963" y="76200"/>
                </a:lnTo>
                <a:lnTo>
                  <a:pt x="3504963" y="1917700"/>
                </a:lnTo>
                <a:close/>
              </a:path>
              <a:path w="3542030" h="4254500">
                <a:moveTo>
                  <a:pt x="2430462" y="1854200"/>
                </a:moveTo>
                <a:lnTo>
                  <a:pt x="2375779" y="1854200"/>
                </a:lnTo>
                <a:lnTo>
                  <a:pt x="2383553" y="1841500"/>
                </a:lnTo>
                <a:lnTo>
                  <a:pt x="2401818" y="1841500"/>
                </a:lnTo>
                <a:lnTo>
                  <a:pt x="2468655" y="1320800"/>
                </a:lnTo>
                <a:lnTo>
                  <a:pt x="2473734" y="1308100"/>
                </a:lnTo>
                <a:lnTo>
                  <a:pt x="2478217" y="1320800"/>
                </a:lnTo>
                <a:lnTo>
                  <a:pt x="2479412" y="1320800"/>
                </a:lnTo>
                <a:lnTo>
                  <a:pt x="2499935" y="1333500"/>
                </a:lnTo>
                <a:lnTo>
                  <a:pt x="2481503" y="1333500"/>
                </a:lnTo>
                <a:lnTo>
                  <a:pt x="2416759" y="1841500"/>
                </a:lnTo>
                <a:lnTo>
                  <a:pt x="2430462" y="1854200"/>
                </a:lnTo>
                <a:close/>
              </a:path>
              <a:path w="3542030" h="4254500">
                <a:moveTo>
                  <a:pt x="3521821" y="1993900"/>
                </a:moveTo>
                <a:lnTo>
                  <a:pt x="3474284" y="1993900"/>
                </a:lnTo>
                <a:lnTo>
                  <a:pt x="3462607" y="1981200"/>
                </a:lnTo>
                <a:lnTo>
                  <a:pt x="3455570" y="1968500"/>
                </a:lnTo>
                <a:lnTo>
                  <a:pt x="3453483" y="1955800"/>
                </a:lnTo>
                <a:lnTo>
                  <a:pt x="3456654" y="1943100"/>
                </a:lnTo>
                <a:lnTo>
                  <a:pt x="2481503" y="1333500"/>
                </a:lnTo>
                <a:lnTo>
                  <a:pt x="2499935" y="1333500"/>
                </a:lnTo>
                <a:lnTo>
                  <a:pt x="3464523" y="1930400"/>
                </a:lnTo>
                <a:lnTo>
                  <a:pt x="3533460" y="1930400"/>
                </a:lnTo>
                <a:lnTo>
                  <a:pt x="3540373" y="1943100"/>
                </a:lnTo>
                <a:lnTo>
                  <a:pt x="3541011" y="1968500"/>
                </a:lnTo>
                <a:lnTo>
                  <a:pt x="3534945" y="1981200"/>
                </a:lnTo>
                <a:lnTo>
                  <a:pt x="3528999" y="1981200"/>
                </a:lnTo>
                <a:lnTo>
                  <a:pt x="3521821" y="1993900"/>
                </a:lnTo>
                <a:close/>
              </a:path>
              <a:path w="3542030" h="4254500">
                <a:moveTo>
                  <a:pt x="87753" y="1879600"/>
                </a:moveTo>
                <a:lnTo>
                  <a:pt x="697" y="1879600"/>
                </a:lnTo>
                <a:lnTo>
                  <a:pt x="0" y="1866900"/>
                </a:lnTo>
                <a:lnTo>
                  <a:pt x="896" y="1866900"/>
                </a:lnTo>
                <a:lnTo>
                  <a:pt x="1195" y="1854200"/>
                </a:lnTo>
                <a:lnTo>
                  <a:pt x="84268" y="1854200"/>
                </a:lnTo>
                <a:lnTo>
                  <a:pt x="1594904" y="1473200"/>
                </a:lnTo>
                <a:lnTo>
                  <a:pt x="1594207" y="1460500"/>
                </a:lnTo>
                <a:lnTo>
                  <a:pt x="1595801" y="1447800"/>
                </a:lnTo>
                <a:lnTo>
                  <a:pt x="1600084" y="1447800"/>
                </a:lnTo>
                <a:lnTo>
                  <a:pt x="1611440" y="1435100"/>
                </a:lnTo>
                <a:lnTo>
                  <a:pt x="1626392" y="1422400"/>
                </a:lnTo>
                <a:lnTo>
                  <a:pt x="1659947" y="1422400"/>
                </a:lnTo>
                <a:lnTo>
                  <a:pt x="1672188" y="1435100"/>
                </a:lnTo>
                <a:lnTo>
                  <a:pt x="1679956" y="1447800"/>
                </a:lnTo>
                <a:lnTo>
                  <a:pt x="1682849" y="1460500"/>
                </a:lnTo>
                <a:lnTo>
                  <a:pt x="1680466" y="1485900"/>
                </a:lnTo>
                <a:lnTo>
                  <a:pt x="1598589" y="1485900"/>
                </a:lnTo>
                <a:lnTo>
                  <a:pt x="87853" y="1866900"/>
                </a:lnTo>
                <a:lnTo>
                  <a:pt x="87753" y="1879600"/>
                </a:lnTo>
                <a:close/>
              </a:path>
              <a:path w="3542030" h="4254500">
                <a:moveTo>
                  <a:pt x="3521099" y="4178300"/>
                </a:moveTo>
                <a:lnTo>
                  <a:pt x="3472292" y="4178300"/>
                </a:lnTo>
                <a:lnTo>
                  <a:pt x="2415563" y="1930400"/>
                </a:lnTo>
                <a:lnTo>
                  <a:pt x="2398232" y="1930400"/>
                </a:lnTo>
                <a:lnTo>
                  <a:pt x="2381612" y="1917700"/>
                </a:lnTo>
                <a:lnTo>
                  <a:pt x="2368960" y="1905000"/>
                </a:lnTo>
                <a:lnTo>
                  <a:pt x="2361407" y="1892300"/>
                </a:lnTo>
                <a:lnTo>
                  <a:pt x="2360083" y="1879600"/>
                </a:lnTo>
                <a:lnTo>
                  <a:pt x="2360481" y="1879600"/>
                </a:lnTo>
                <a:lnTo>
                  <a:pt x="2361278" y="1866900"/>
                </a:lnTo>
                <a:lnTo>
                  <a:pt x="2362174" y="1866900"/>
                </a:lnTo>
                <a:lnTo>
                  <a:pt x="1673393" y="1498600"/>
                </a:lnTo>
                <a:lnTo>
                  <a:pt x="1606184" y="1498600"/>
                </a:lnTo>
                <a:lnTo>
                  <a:pt x="1601910" y="1485900"/>
                </a:lnTo>
                <a:lnTo>
                  <a:pt x="1680466" y="1485900"/>
                </a:lnTo>
                <a:lnTo>
                  <a:pt x="2369247" y="1854200"/>
                </a:lnTo>
                <a:lnTo>
                  <a:pt x="2440702" y="1854200"/>
                </a:lnTo>
                <a:lnTo>
                  <a:pt x="2446664" y="1879600"/>
                </a:lnTo>
                <a:lnTo>
                  <a:pt x="2447537" y="1892300"/>
                </a:lnTo>
                <a:lnTo>
                  <a:pt x="2445315" y="1905000"/>
                </a:lnTo>
                <a:lnTo>
                  <a:pt x="2441337" y="1905000"/>
                </a:lnTo>
                <a:lnTo>
                  <a:pt x="2435827" y="1917700"/>
                </a:lnTo>
                <a:lnTo>
                  <a:pt x="2429010" y="1917700"/>
                </a:lnTo>
                <a:lnTo>
                  <a:pt x="3485739" y="4165600"/>
                </a:lnTo>
                <a:lnTo>
                  <a:pt x="3520502" y="4165600"/>
                </a:lnTo>
                <a:lnTo>
                  <a:pt x="3521099" y="4178300"/>
                </a:lnTo>
                <a:close/>
              </a:path>
              <a:path w="3542030" h="4254500">
                <a:moveTo>
                  <a:pt x="1653881" y="1511300"/>
                </a:moveTo>
                <a:lnTo>
                  <a:pt x="1621897" y="1511300"/>
                </a:lnTo>
                <a:lnTo>
                  <a:pt x="1617514" y="1498600"/>
                </a:lnTo>
                <a:lnTo>
                  <a:pt x="1661104" y="1498600"/>
                </a:lnTo>
                <a:lnTo>
                  <a:pt x="1653881" y="1511300"/>
                </a:lnTo>
                <a:close/>
              </a:path>
              <a:path w="3542030" h="4254500">
                <a:moveTo>
                  <a:pt x="1640025" y="2908300"/>
                </a:moveTo>
                <a:lnTo>
                  <a:pt x="1624785" y="2908300"/>
                </a:lnTo>
                <a:lnTo>
                  <a:pt x="1630961" y="1511300"/>
                </a:lnTo>
                <a:lnTo>
                  <a:pt x="1646200" y="1511300"/>
                </a:lnTo>
                <a:lnTo>
                  <a:pt x="1640025" y="2908300"/>
                </a:lnTo>
                <a:close/>
              </a:path>
              <a:path w="3542030" h="4254500">
                <a:moveTo>
                  <a:pt x="71717" y="1841500"/>
                </a:moveTo>
                <a:lnTo>
                  <a:pt x="16634" y="1841500"/>
                </a:lnTo>
                <a:lnTo>
                  <a:pt x="17531" y="1828800"/>
                </a:lnTo>
                <a:lnTo>
                  <a:pt x="70622" y="1828800"/>
                </a:lnTo>
                <a:lnTo>
                  <a:pt x="71717" y="1841500"/>
                </a:lnTo>
                <a:close/>
              </a:path>
              <a:path w="3542030" h="4254500">
                <a:moveTo>
                  <a:pt x="83471" y="1854200"/>
                </a:moveTo>
                <a:lnTo>
                  <a:pt x="4581" y="1854200"/>
                </a:lnTo>
                <a:lnTo>
                  <a:pt x="5976" y="1841500"/>
                </a:lnTo>
                <a:lnTo>
                  <a:pt x="82076" y="1841500"/>
                </a:lnTo>
                <a:lnTo>
                  <a:pt x="83471" y="1854200"/>
                </a:lnTo>
                <a:close/>
              </a:path>
              <a:path w="3542030" h="4254500">
                <a:moveTo>
                  <a:pt x="84665" y="1892300"/>
                </a:moveTo>
                <a:lnTo>
                  <a:pt x="3785" y="1892300"/>
                </a:lnTo>
                <a:lnTo>
                  <a:pt x="3187" y="1879600"/>
                </a:lnTo>
                <a:lnTo>
                  <a:pt x="84964" y="1879600"/>
                </a:lnTo>
                <a:lnTo>
                  <a:pt x="84665" y="1892300"/>
                </a:lnTo>
                <a:close/>
              </a:path>
              <a:path w="3542030" h="4254500">
                <a:moveTo>
                  <a:pt x="1672596" y="2933700"/>
                </a:moveTo>
                <a:lnTo>
                  <a:pt x="1591915" y="2933700"/>
                </a:lnTo>
                <a:lnTo>
                  <a:pt x="75800" y="1905000"/>
                </a:lnTo>
                <a:lnTo>
                  <a:pt x="11753" y="1905000"/>
                </a:lnTo>
                <a:lnTo>
                  <a:pt x="10956" y="1892300"/>
                </a:lnTo>
                <a:lnTo>
                  <a:pt x="84167" y="1892300"/>
                </a:lnTo>
                <a:lnTo>
                  <a:pt x="1600282" y="2921000"/>
                </a:lnTo>
                <a:lnTo>
                  <a:pt x="1672297" y="2921000"/>
                </a:lnTo>
                <a:lnTo>
                  <a:pt x="1672596" y="2933700"/>
                </a:lnTo>
                <a:close/>
              </a:path>
              <a:path w="3542030" h="4254500">
                <a:moveTo>
                  <a:pt x="57274" y="1917700"/>
                </a:moveTo>
                <a:lnTo>
                  <a:pt x="31176" y="1917700"/>
                </a:lnTo>
                <a:lnTo>
                  <a:pt x="30081" y="1905000"/>
                </a:lnTo>
                <a:lnTo>
                  <a:pt x="58867" y="1905000"/>
                </a:lnTo>
                <a:lnTo>
                  <a:pt x="57274" y="1917700"/>
                </a:lnTo>
                <a:close/>
              </a:path>
              <a:path w="3542030" h="4254500">
                <a:moveTo>
                  <a:pt x="3533460" y="1930400"/>
                </a:moveTo>
                <a:lnTo>
                  <a:pt x="3464523" y="1930400"/>
                </a:lnTo>
                <a:lnTo>
                  <a:pt x="3470006" y="1917700"/>
                </a:lnTo>
                <a:lnTo>
                  <a:pt x="3520701" y="1917700"/>
                </a:lnTo>
                <a:lnTo>
                  <a:pt x="3533460" y="1930400"/>
                </a:lnTo>
                <a:close/>
              </a:path>
              <a:path w="3542030" h="4254500">
                <a:moveTo>
                  <a:pt x="3504963" y="4165600"/>
                </a:moveTo>
                <a:lnTo>
                  <a:pt x="3490022" y="4165600"/>
                </a:lnTo>
                <a:lnTo>
                  <a:pt x="3490022" y="1993900"/>
                </a:lnTo>
                <a:lnTo>
                  <a:pt x="3504963" y="1993900"/>
                </a:lnTo>
                <a:lnTo>
                  <a:pt x="3504963" y="4165600"/>
                </a:lnTo>
                <a:close/>
              </a:path>
              <a:path w="3542030" h="4254500">
                <a:moveTo>
                  <a:pt x="1664827" y="2921000"/>
                </a:moveTo>
                <a:lnTo>
                  <a:pt x="1600282" y="2921000"/>
                </a:lnTo>
                <a:lnTo>
                  <a:pt x="1600879" y="2908300"/>
                </a:lnTo>
                <a:lnTo>
                  <a:pt x="1663532" y="2908300"/>
                </a:lnTo>
                <a:lnTo>
                  <a:pt x="1664827" y="2921000"/>
                </a:lnTo>
                <a:close/>
              </a:path>
              <a:path w="3542030" h="4254500">
                <a:moveTo>
                  <a:pt x="1675286" y="2959100"/>
                </a:moveTo>
                <a:lnTo>
                  <a:pt x="1589127" y="2959100"/>
                </a:lnTo>
                <a:lnTo>
                  <a:pt x="1588928" y="2946395"/>
                </a:lnTo>
                <a:lnTo>
                  <a:pt x="1588330" y="2946395"/>
                </a:lnTo>
                <a:lnTo>
                  <a:pt x="1588927" y="2933700"/>
                </a:lnTo>
                <a:lnTo>
                  <a:pt x="1675784" y="2933700"/>
                </a:lnTo>
                <a:lnTo>
                  <a:pt x="1675883" y="2946395"/>
                </a:lnTo>
                <a:lnTo>
                  <a:pt x="1675286" y="2959100"/>
                </a:lnTo>
                <a:close/>
              </a:path>
              <a:path w="3542030" h="4254500">
                <a:moveTo>
                  <a:pt x="250945" y="4178300"/>
                </a:moveTo>
                <a:lnTo>
                  <a:pt x="219135" y="4178300"/>
                </a:lnTo>
                <a:lnTo>
                  <a:pt x="917379" y="3822700"/>
                </a:lnTo>
                <a:lnTo>
                  <a:pt x="915572" y="3810000"/>
                </a:lnTo>
                <a:lnTo>
                  <a:pt x="917785" y="3797300"/>
                </a:lnTo>
                <a:lnTo>
                  <a:pt x="921861" y="3784600"/>
                </a:lnTo>
                <a:lnTo>
                  <a:pt x="529311" y="3441700"/>
                </a:lnTo>
                <a:lnTo>
                  <a:pt x="525028" y="3441700"/>
                </a:lnTo>
                <a:lnTo>
                  <a:pt x="527319" y="3429000"/>
                </a:lnTo>
                <a:lnTo>
                  <a:pt x="531502" y="3429000"/>
                </a:lnTo>
                <a:lnTo>
                  <a:pt x="575980" y="3403600"/>
                </a:lnTo>
                <a:lnTo>
                  <a:pt x="620788" y="3390900"/>
                </a:lnTo>
                <a:lnTo>
                  <a:pt x="711288" y="3340100"/>
                </a:lnTo>
                <a:lnTo>
                  <a:pt x="756924" y="3327400"/>
                </a:lnTo>
                <a:lnTo>
                  <a:pt x="848830" y="3276600"/>
                </a:lnTo>
                <a:lnTo>
                  <a:pt x="895046" y="3263900"/>
                </a:lnTo>
                <a:lnTo>
                  <a:pt x="941401" y="3238500"/>
                </a:lnTo>
                <a:lnTo>
                  <a:pt x="987866" y="3225800"/>
                </a:lnTo>
                <a:lnTo>
                  <a:pt x="1081020" y="3175000"/>
                </a:lnTo>
                <a:lnTo>
                  <a:pt x="1127654" y="3162300"/>
                </a:lnTo>
                <a:lnTo>
                  <a:pt x="1174289" y="3136900"/>
                </a:lnTo>
                <a:lnTo>
                  <a:pt x="1313926" y="3073400"/>
                </a:lnTo>
                <a:lnTo>
                  <a:pt x="1360291" y="3060700"/>
                </a:lnTo>
                <a:lnTo>
                  <a:pt x="1406520" y="3035300"/>
                </a:lnTo>
                <a:lnTo>
                  <a:pt x="1452585" y="3022600"/>
                </a:lnTo>
                <a:lnTo>
                  <a:pt x="1544115" y="2971800"/>
                </a:lnTo>
                <a:lnTo>
                  <a:pt x="1589525" y="2959100"/>
                </a:lnTo>
                <a:lnTo>
                  <a:pt x="1672397" y="2959100"/>
                </a:lnTo>
                <a:lnTo>
                  <a:pt x="1691078" y="2971800"/>
                </a:lnTo>
                <a:lnTo>
                  <a:pt x="1595700" y="2971800"/>
                </a:lnTo>
                <a:lnTo>
                  <a:pt x="548235" y="3441700"/>
                </a:lnTo>
                <a:lnTo>
                  <a:pt x="931821" y="3771900"/>
                </a:lnTo>
                <a:lnTo>
                  <a:pt x="988597" y="3771900"/>
                </a:lnTo>
                <a:lnTo>
                  <a:pt x="994948" y="3784600"/>
                </a:lnTo>
                <a:lnTo>
                  <a:pt x="999516" y="3797300"/>
                </a:lnTo>
                <a:lnTo>
                  <a:pt x="1002310" y="3797300"/>
                </a:lnTo>
                <a:lnTo>
                  <a:pt x="1003339" y="3810000"/>
                </a:lnTo>
                <a:lnTo>
                  <a:pt x="1085083" y="3822700"/>
                </a:lnTo>
                <a:lnTo>
                  <a:pt x="1001148" y="3822700"/>
                </a:lnTo>
                <a:lnTo>
                  <a:pt x="999355" y="3835400"/>
                </a:lnTo>
                <a:lnTo>
                  <a:pt x="924252" y="3835400"/>
                </a:lnTo>
                <a:lnTo>
                  <a:pt x="250945" y="4178300"/>
                </a:lnTo>
                <a:close/>
              </a:path>
              <a:path w="3542030" h="4254500">
                <a:moveTo>
                  <a:pt x="1661241" y="2984500"/>
                </a:moveTo>
                <a:lnTo>
                  <a:pt x="1603270" y="2984500"/>
                </a:lnTo>
                <a:lnTo>
                  <a:pt x="1602374" y="2971800"/>
                </a:lnTo>
                <a:lnTo>
                  <a:pt x="1662536" y="2971800"/>
                </a:lnTo>
                <a:lnTo>
                  <a:pt x="1661241" y="2984500"/>
                </a:lnTo>
                <a:close/>
              </a:path>
              <a:path w="3542030" h="4254500">
                <a:moveTo>
                  <a:pt x="3534148" y="4191000"/>
                </a:moveTo>
                <a:lnTo>
                  <a:pt x="3457251" y="4191000"/>
                </a:lnTo>
                <a:lnTo>
                  <a:pt x="1663831" y="2971800"/>
                </a:lnTo>
                <a:lnTo>
                  <a:pt x="1691078" y="2971800"/>
                </a:lnTo>
                <a:lnTo>
                  <a:pt x="3465817" y="4178300"/>
                </a:lnTo>
                <a:lnTo>
                  <a:pt x="3533650" y="4178300"/>
                </a:lnTo>
                <a:lnTo>
                  <a:pt x="3534148" y="4191000"/>
                </a:lnTo>
                <a:close/>
              </a:path>
              <a:path w="3542030" h="4254500">
                <a:moveTo>
                  <a:pt x="3541419" y="4216400"/>
                </a:moveTo>
                <a:lnTo>
                  <a:pt x="3453467" y="4216400"/>
                </a:lnTo>
                <a:lnTo>
                  <a:pt x="1001148" y="3822700"/>
                </a:lnTo>
                <a:lnTo>
                  <a:pt x="1085083" y="3822700"/>
                </a:lnTo>
                <a:lnTo>
                  <a:pt x="3455657" y="4191000"/>
                </a:lnTo>
                <a:lnTo>
                  <a:pt x="3539128" y="4191000"/>
                </a:lnTo>
                <a:lnTo>
                  <a:pt x="3539825" y="4203700"/>
                </a:lnTo>
                <a:lnTo>
                  <a:pt x="3541518" y="4203700"/>
                </a:lnTo>
                <a:lnTo>
                  <a:pt x="3541419" y="4216400"/>
                </a:lnTo>
                <a:close/>
              </a:path>
              <a:path w="3542030" h="4254500">
                <a:moveTo>
                  <a:pt x="962140" y="3860800"/>
                </a:moveTo>
                <a:lnTo>
                  <a:pt x="945404" y="3848100"/>
                </a:lnTo>
                <a:lnTo>
                  <a:pt x="927937" y="3848100"/>
                </a:lnTo>
                <a:lnTo>
                  <a:pt x="926045" y="3835400"/>
                </a:lnTo>
                <a:lnTo>
                  <a:pt x="992483" y="3835400"/>
                </a:lnTo>
                <a:lnTo>
                  <a:pt x="978483" y="3848100"/>
                </a:lnTo>
                <a:lnTo>
                  <a:pt x="962140" y="3860800"/>
                </a:lnTo>
                <a:close/>
              </a:path>
              <a:path w="3542030" h="4254500">
                <a:moveTo>
                  <a:pt x="204095" y="4254500"/>
                </a:moveTo>
                <a:lnTo>
                  <a:pt x="170452" y="4254500"/>
                </a:lnTo>
                <a:lnTo>
                  <a:pt x="155658" y="4241800"/>
                </a:lnTo>
                <a:lnTo>
                  <a:pt x="144729" y="4229100"/>
                </a:lnTo>
                <a:lnTo>
                  <a:pt x="139956" y="4216400"/>
                </a:lnTo>
                <a:lnTo>
                  <a:pt x="141953" y="4191000"/>
                </a:lnTo>
                <a:lnTo>
                  <a:pt x="150094" y="4178300"/>
                </a:lnTo>
                <a:lnTo>
                  <a:pt x="163754" y="4165600"/>
                </a:lnTo>
                <a:lnTo>
                  <a:pt x="193985" y="4165600"/>
                </a:lnTo>
                <a:lnTo>
                  <a:pt x="207877" y="4178300"/>
                </a:lnTo>
                <a:lnTo>
                  <a:pt x="250945" y="4178300"/>
                </a:lnTo>
                <a:lnTo>
                  <a:pt x="226008" y="4191000"/>
                </a:lnTo>
                <a:lnTo>
                  <a:pt x="227963" y="4216400"/>
                </a:lnTo>
                <a:lnTo>
                  <a:pt x="224688" y="4229100"/>
                </a:lnTo>
                <a:lnTo>
                  <a:pt x="216595" y="4241800"/>
                </a:lnTo>
                <a:lnTo>
                  <a:pt x="204095" y="4254500"/>
                </a:lnTo>
                <a:close/>
              </a:path>
              <a:path w="3542030" h="4254500">
                <a:moveTo>
                  <a:pt x="3539128" y="4229100"/>
                </a:moveTo>
                <a:lnTo>
                  <a:pt x="3455758" y="4229100"/>
                </a:lnTo>
                <a:lnTo>
                  <a:pt x="3455459" y="4216400"/>
                </a:lnTo>
                <a:lnTo>
                  <a:pt x="3539327" y="4216400"/>
                </a:lnTo>
                <a:lnTo>
                  <a:pt x="3539128" y="4229100"/>
                </a:lnTo>
                <a:close/>
              </a:path>
              <a:path w="3542030" h="4254500">
                <a:moveTo>
                  <a:pt x="3532355" y="4241800"/>
                </a:moveTo>
                <a:lnTo>
                  <a:pt x="3462132" y="4241800"/>
                </a:lnTo>
                <a:lnTo>
                  <a:pt x="3461833" y="4229100"/>
                </a:lnTo>
                <a:lnTo>
                  <a:pt x="3533152" y="4229100"/>
                </a:lnTo>
                <a:lnTo>
                  <a:pt x="3532355" y="4241800"/>
                </a:lnTo>
                <a:close/>
              </a:path>
              <a:path w="3542030" h="4254500">
                <a:moveTo>
                  <a:pt x="3517016" y="4254500"/>
                </a:moveTo>
                <a:lnTo>
                  <a:pt x="3478169" y="4254500"/>
                </a:lnTo>
                <a:lnTo>
                  <a:pt x="3476376" y="4241800"/>
                </a:lnTo>
                <a:lnTo>
                  <a:pt x="3517713" y="4241800"/>
                </a:lnTo>
                <a:lnTo>
                  <a:pt x="3517016" y="4254500"/>
                </a:lnTo>
                <a:close/>
              </a:path>
            </a:pathLst>
          </a:custGeom>
          <a:solidFill>
            <a:srgbClr val="B9D4D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484" y="-62"/>
            <a:ext cx="3625850" cy="10287635"/>
            <a:chOff x="10484" y="-62"/>
            <a:chExt cx="3625850" cy="10287635"/>
          </a:xfrm>
        </p:grpSpPr>
        <p:sp>
          <p:nvSpPr>
            <p:cNvPr id="4" name="object 4" descr=""/>
            <p:cNvSpPr/>
            <p:nvPr/>
          </p:nvSpPr>
          <p:spPr>
            <a:xfrm>
              <a:off x="10484" y="-62"/>
              <a:ext cx="3446779" cy="10287635"/>
            </a:xfrm>
            <a:custGeom>
              <a:avLst/>
              <a:gdLst/>
              <a:ahLst/>
              <a:cxnLst/>
              <a:rect l="l" t="t" r="r" b="b"/>
              <a:pathLst>
                <a:path w="3446779" h="10287635">
                  <a:moveTo>
                    <a:pt x="3446477" y="6949573"/>
                  </a:moveTo>
                  <a:lnTo>
                    <a:pt x="437330" y="7"/>
                  </a:lnTo>
                  <a:lnTo>
                    <a:pt x="0" y="0"/>
                  </a:lnTo>
                  <a:lnTo>
                    <a:pt x="0" y="10287062"/>
                  </a:lnTo>
                  <a:lnTo>
                    <a:pt x="111718" y="10287062"/>
                  </a:lnTo>
                  <a:lnTo>
                    <a:pt x="3446477" y="6949573"/>
                  </a:lnTo>
                  <a:close/>
                </a:path>
              </a:pathLst>
            </a:custGeom>
            <a:solidFill>
              <a:srgbClr val="7ED3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484" y="3178584"/>
              <a:ext cx="3625850" cy="6558280"/>
            </a:xfrm>
            <a:custGeom>
              <a:avLst/>
              <a:gdLst/>
              <a:ahLst/>
              <a:cxnLst/>
              <a:rect l="l" t="t" r="r" b="b"/>
              <a:pathLst>
                <a:path w="3625850" h="6558280">
                  <a:moveTo>
                    <a:pt x="3625412" y="2941978"/>
                  </a:moveTo>
                  <a:lnTo>
                    <a:pt x="2349208" y="0"/>
                  </a:lnTo>
                  <a:lnTo>
                    <a:pt x="0" y="2313287"/>
                  </a:lnTo>
                  <a:lnTo>
                    <a:pt x="0" y="6558159"/>
                  </a:lnTo>
                  <a:lnTo>
                    <a:pt x="3625412" y="2941978"/>
                  </a:lnTo>
                  <a:close/>
                </a:path>
              </a:pathLst>
            </a:custGeom>
            <a:solidFill>
              <a:srgbClr val="BFE4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260435" y="6120562"/>
              <a:ext cx="375920" cy="829310"/>
            </a:xfrm>
            <a:custGeom>
              <a:avLst/>
              <a:gdLst/>
              <a:ahLst/>
              <a:cxnLst/>
              <a:rect l="l" t="t" r="r" b="b"/>
              <a:pathLst>
                <a:path w="375920" h="829309">
                  <a:moveTo>
                    <a:pt x="375460" y="0"/>
                  </a:moveTo>
                  <a:lnTo>
                    <a:pt x="0" y="374422"/>
                  </a:lnTo>
                  <a:lnTo>
                    <a:pt x="196525" y="828948"/>
                  </a:lnTo>
                  <a:lnTo>
                    <a:pt x="375460" y="0"/>
                  </a:lnTo>
                  <a:close/>
                </a:path>
              </a:pathLst>
            </a:custGeom>
            <a:solidFill>
              <a:srgbClr val="B9D4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2209" y="8319764"/>
              <a:ext cx="2988310" cy="1967230"/>
            </a:xfrm>
            <a:custGeom>
              <a:avLst/>
              <a:gdLst/>
              <a:ahLst/>
              <a:cxnLst/>
              <a:rect l="l" t="t" r="r" b="b"/>
              <a:pathLst>
                <a:path w="2988310" h="1967229">
                  <a:moveTo>
                    <a:pt x="2988045" y="1967235"/>
                  </a:moveTo>
                  <a:lnTo>
                    <a:pt x="1965744" y="0"/>
                  </a:lnTo>
                  <a:lnTo>
                    <a:pt x="0" y="1967235"/>
                  </a:lnTo>
                  <a:lnTo>
                    <a:pt x="2988045" y="1967235"/>
                  </a:lnTo>
                  <a:close/>
                </a:path>
              </a:pathLst>
            </a:custGeom>
            <a:solidFill>
              <a:srgbClr val="58B0C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616960">
              <a:lnSpc>
                <a:spcPct val="100000"/>
              </a:lnSpc>
              <a:spcBef>
                <a:spcPts val="120"/>
              </a:spcBef>
            </a:pPr>
            <a:r>
              <a:rPr dirty="0" sz="5150" spc="285">
                <a:solidFill>
                  <a:srgbClr val="58B0C6"/>
                </a:solidFill>
              </a:rPr>
              <a:t>Technologies</a:t>
            </a:r>
            <a:r>
              <a:rPr dirty="0" sz="5150" spc="-300">
                <a:solidFill>
                  <a:srgbClr val="58B0C6"/>
                </a:solidFill>
              </a:rPr>
              <a:t> </a:t>
            </a:r>
            <a:r>
              <a:rPr dirty="0" sz="5150" spc="330">
                <a:solidFill>
                  <a:srgbClr val="58B0C6"/>
                </a:solidFill>
              </a:rPr>
              <a:t>Used</a:t>
            </a:r>
            <a:endParaRPr sz="5150"/>
          </a:p>
        </p:txBody>
      </p:sp>
      <p:sp>
        <p:nvSpPr>
          <p:cNvPr id="9" name="object 9" descr=""/>
          <p:cNvSpPr txBox="1"/>
          <p:nvPr/>
        </p:nvSpPr>
        <p:spPr>
          <a:xfrm>
            <a:off x="4306067" y="2754746"/>
            <a:ext cx="8091805" cy="4105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-8255">
              <a:lnSpc>
                <a:spcPct val="114399"/>
              </a:lnSpc>
              <a:spcBef>
                <a:spcPts val="95"/>
              </a:spcBef>
              <a:buSzPct val="64102"/>
              <a:buChar char="•"/>
              <a:tabLst>
                <a:tab pos="217170" algn="l"/>
              </a:tabLst>
            </a:pPr>
            <a:r>
              <a:rPr dirty="0" sz="3900">
                <a:latin typeface="Lucida Sans Unicode"/>
                <a:cs typeface="Lucida Sans Unicode"/>
              </a:rPr>
              <a:t>	</a:t>
            </a:r>
            <a:r>
              <a:rPr dirty="0" sz="3900">
                <a:latin typeface="Lucida Sans Unicode"/>
                <a:cs typeface="Lucida Sans Unicode"/>
              </a:rPr>
              <a:t>Frontend:</a:t>
            </a:r>
            <a:r>
              <a:rPr dirty="0" sz="3900" spc="-229">
                <a:latin typeface="Lucida Sans Unicode"/>
                <a:cs typeface="Lucida Sans Unicode"/>
              </a:rPr>
              <a:t> </a:t>
            </a:r>
            <a:r>
              <a:rPr dirty="0" sz="3900" spc="-285">
                <a:latin typeface="Lucida Sans Unicode"/>
                <a:cs typeface="Lucida Sans Unicode"/>
              </a:rPr>
              <a:t>HTML,</a:t>
            </a:r>
            <a:r>
              <a:rPr dirty="0" sz="3900" spc="-195">
                <a:latin typeface="Lucida Sans Unicode"/>
                <a:cs typeface="Lucida Sans Unicode"/>
              </a:rPr>
              <a:t> </a:t>
            </a:r>
            <a:r>
              <a:rPr dirty="0" sz="3900" spc="50">
                <a:latin typeface="Lucida Sans Unicode"/>
                <a:cs typeface="Lucida Sans Unicode"/>
              </a:rPr>
              <a:t>CSS,</a:t>
            </a:r>
            <a:r>
              <a:rPr dirty="0" sz="3900" spc="-210">
                <a:latin typeface="Lucida Sans Unicode"/>
                <a:cs typeface="Lucida Sans Unicode"/>
              </a:rPr>
              <a:t> </a:t>
            </a:r>
            <a:r>
              <a:rPr dirty="0" sz="3900" spc="155">
                <a:latin typeface="Lucida Sans Unicode"/>
                <a:cs typeface="Lucida Sans Unicode"/>
              </a:rPr>
              <a:t>JavaScript, </a:t>
            </a:r>
            <a:r>
              <a:rPr dirty="0" sz="3900" spc="-10">
                <a:latin typeface="Lucida Sans Unicode"/>
                <a:cs typeface="Lucida Sans Unicode"/>
              </a:rPr>
              <a:t>React.js</a:t>
            </a:r>
            <a:endParaRPr sz="3900">
              <a:latin typeface="Lucida Sans Unicode"/>
              <a:cs typeface="Lucida Sans Unicode"/>
            </a:endParaRPr>
          </a:p>
          <a:p>
            <a:pPr marL="217170" indent="-212725">
              <a:lnSpc>
                <a:spcPct val="100000"/>
              </a:lnSpc>
              <a:spcBef>
                <a:spcPts val="675"/>
              </a:spcBef>
              <a:buSzPct val="64102"/>
              <a:buChar char="•"/>
              <a:tabLst>
                <a:tab pos="217170" algn="l"/>
              </a:tabLst>
            </a:pPr>
            <a:r>
              <a:rPr dirty="0" sz="3900" spc="95">
                <a:latin typeface="Lucida Sans Unicode"/>
                <a:cs typeface="Lucida Sans Unicode"/>
              </a:rPr>
              <a:t>Backend:</a:t>
            </a:r>
            <a:r>
              <a:rPr dirty="0" sz="3900" spc="-180">
                <a:latin typeface="Lucida Sans Unicode"/>
                <a:cs typeface="Lucida Sans Unicode"/>
              </a:rPr>
              <a:t> </a:t>
            </a:r>
            <a:r>
              <a:rPr dirty="0" sz="3900" spc="-90">
                <a:latin typeface="Lucida Sans Unicode"/>
                <a:cs typeface="Lucida Sans Unicode"/>
              </a:rPr>
              <a:t>Node.js,</a:t>
            </a:r>
            <a:r>
              <a:rPr dirty="0" sz="3900" spc="-175">
                <a:latin typeface="Lucida Sans Unicode"/>
                <a:cs typeface="Lucida Sans Unicode"/>
              </a:rPr>
              <a:t> </a:t>
            </a:r>
            <a:r>
              <a:rPr dirty="0" sz="3900" spc="-10">
                <a:latin typeface="Lucida Sans Unicode"/>
                <a:cs typeface="Lucida Sans Unicode"/>
              </a:rPr>
              <a:t>Express.js</a:t>
            </a:r>
            <a:endParaRPr sz="3900">
              <a:latin typeface="Lucida Sans Unicode"/>
              <a:cs typeface="Lucida Sans Unicode"/>
            </a:endParaRPr>
          </a:p>
          <a:p>
            <a:pPr marL="217170" indent="-212725">
              <a:lnSpc>
                <a:spcPct val="100000"/>
              </a:lnSpc>
              <a:spcBef>
                <a:spcPts val="675"/>
              </a:spcBef>
              <a:buSzPct val="64102"/>
              <a:buChar char="•"/>
              <a:tabLst>
                <a:tab pos="217170" algn="l"/>
              </a:tabLst>
            </a:pPr>
            <a:r>
              <a:rPr dirty="0" sz="3900" spc="135">
                <a:latin typeface="Lucida Sans Unicode"/>
                <a:cs typeface="Lucida Sans Unicode"/>
              </a:rPr>
              <a:t>Database:</a:t>
            </a:r>
            <a:r>
              <a:rPr dirty="0" sz="3900" spc="-180">
                <a:latin typeface="Lucida Sans Unicode"/>
                <a:cs typeface="Lucida Sans Unicode"/>
              </a:rPr>
              <a:t> </a:t>
            </a:r>
            <a:r>
              <a:rPr dirty="0" sz="3900" spc="60">
                <a:latin typeface="Lucida Sans Unicode"/>
                <a:cs typeface="Lucida Sans Unicode"/>
              </a:rPr>
              <a:t>MongoDB</a:t>
            </a:r>
            <a:r>
              <a:rPr dirty="0" sz="3900" spc="-180">
                <a:latin typeface="Lucida Sans Unicode"/>
                <a:cs typeface="Lucida Sans Unicode"/>
              </a:rPr>
              <a:t> </a:t>
            </a:r>
            <a:r>
              <a:rPr dirty="0" sz="3900" spc="-204">
                <a:latin typeface="Lucida Sans Unicode"/>
                <a:cs typeface="Lucida Sans Unicode"/>
              </a:rPr>
              <a:t>/</a:t>
            </a:r>
            <a:r>
              <a:rPr dirty="0" sz="3900" spc="-180">
                <a:latin typeface="Lucida Sans Unicode"/>
                <a:cs typeface="Lucida Sans Unicode"/>
              </a:rPr>
              <a:t> </a:t>
            </a:r>
            <a:r>
              <a:rPr dirty="0" sz="3900" spc="80">
                <a:latin typeface="Lucida Sans Unicode"/>
                <a:cs typeface="Lucida Sans Unicode"/>
              </a:rPr>
              <a:t>Firebase</a:t>
            </a:r>
            <a:endParaRPr sz="3900">
              <a:latin typeface="Lucida Sans Unicode"/>
              <a:cs typeface="Lucida Sans Unicode"/>
            </a:endParaRPr>
          </a:p>
          <a:p>
            <a:pPr marL="217170" indent="-212725">
              <a:lnSpc>
                <a:spcPct val="100000"/>
              </a:lnSpc>
              <a:spcBef>
                <a:spcPts val="675"/>
              </a:spcBef>
              <a:buSzPct val="64102"/>
              <a:buChar char="•"/>
              <a:tabLst>
                <a:tab pos="217170" algn="l"/>
              </a:tabLst>
            </a:pPr>
            <a:r>
              <a:rPr dirty="0" sz="3900" spc="-135">
                <a:latin typeface="Lucida Sans Unicode"/>
                <a:cs typeface="Lucida Sans Unicode"/>
              </a:rPr>
              <a:t>API:</a:t>
            </a:r>
            <a:r>
              <a:rPr dirty="0" sz="3900" spc="-185">
                <a:latin typeface="Lucida Sans Unicode"/>
                <a:cs typeface="Lucida Sans Unicode"/>
              </a:rPr>
              <a:t> </a:t>
            </a:r>
            <a:r>
              <a:rPr dirty="0" sz="3900" spc="110">
                <a:latin typeface="Lucida Sans Unicode"/>
                <a:cs typeface="Lucida Sans Unicode"/>
              </a:rPr>
              <a:t>Google</a:t>
            </a:r>
            <a:r>
              <a:rPr dirty="0" sz="3900" spc="-180">
                <a:latin typeface="Lucida Sans Unicode"/>
                <a:cs typeface="Lucida Sans Unicode"/>
              </a:rPr>
              <a:t> </a:t>
            </a:r>
            <a:r>
              <a:rPr dirty="0" sz="3900" spc="170">
                <a:latin typeface="Lucida Sans Unicode"/>
                <a:cs typeface="Lucida Sans Unicode"/>
              </a:rPr>
              <a:t>Maps</a:t>
            </a:r>
            <a:r>
              <a:rPr dirty="0" sz="3900" spc="-180">
                <a:latin typeface="Lucida Sans Unicode"/>
                <a:cs typeface="Lucida Sans Unicode"/>
              </a:rPr>
              <a:t> </a:t>
            </a:r>
            <a:r>
              <a:rPr dirty="0" sz="3900" spc="-25">
                <a:latin typeface="Lucida Sans Unicode"/>
                <a:cs typeface="Lucida Sans Unicode"/>
              </a:rPr>
              <a:t>API</a:t>
            </a:r>
            <a:endParaRPr sz="3900">
              <a:latin typeface="Lucida Sans Unicode"/>
              <a:cs typeface="Lucida Sans Unicode"/>
            </a:endParaRPr>
          </a:p>
          <a:p>
            <a:pPr marL="217170" indent="-212725">
              <a:lnSpc>
                <a:spcPct val="100000"/>
              </a:lnSpc>
              <a:spcBef>
                <a:spcPts val="670"/>
              </a:spcBef>
              <a:buSzPct val="64102"/>
              <a:buChar char="•"/>
              <a:tabLst>
                <a:tab pos="217170" algn="l"/>
              </a:tabLst>
            </a:pPr>
            <a:r>
              <a:rPr dirty="0" sz="3900" spc="-125">
                <a:latin typeface="Lucida Sans Unicode"/>
                <a:cs typeface="Lucida Sans Unicode"/>
              </a:rPr>
              <a:t>Tools:</a:t>
            </a:r>
            <a:r>
              <a:rPr dirty="0" sz="3900" spc="-185">
                <a:latin typeface="Lucida Sans Unicode"/>
                <a:cs typeface="Lucida Sans Unicode"/>
              </a:rPr>
              <a:t> </a:t>
            </a:r>
            <a:r>
              <a:rPr dirty="0" sz="3900" spc="-55">
                <a:latin typeface="Lucida Sans Unicode"/>
                <a:cs typeface="Lucida Sans Unicode"/>
              </a:rPr>
              <a:t>GitHub,</a:t>
            </a:r>
            <a:r>
              <a:rPr dirty="0" sz="3900" spc="-180">
                <a:latin typeface="Lucida Sans Unicode"/>
                <a:cs typeface="Lucida Sans Unicode"/>
              </a:rPr>
              <a:t> </a:t>
            </a:r>
            <a:r>
              <a:rPr dirty="0" sz="3900" spc="130">
                <a:latin typeface="Lucida Sans Unicode"/>
                <a:cs typeface="Lucida Sans Unicode"/>
              </a:rPr>
              <a:t>VS</a:t>
            </a:r>
            <a:r>
              <a:rPr dirty="0" sz="3900" spc="-180">
                <a:latin typeface="Lucida Sans Unicode"/>
                <a:cs typeface="Lucida Sans Unicode"/>
              </a:rPr>
              <a:t> </a:t>
            </a:r>
            <a:r>
              <a:rPr dirty="0" sz="3900" spc="180">
                <a:latin typeface="Lucida Sans Unicode"/>
                <a:cs typeface="Lucida Sans Unicode"/>
              </a:rPr>
              <a:t>Code</a:t>
            </a:r>
            <a:endParaRPr sz="3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95"/>
              <a:t>Conclusion</a:t>
            </a:r>
            <a:r>
              <a:rPr dirty="0" spc="-575"/>
              <a:t> </a:t>
            </a:r>
            <a:r>
              <a:rPr dirty="0" spc="650"/>
              <a:t>&amp;</a:t>
            </a:r>
            <a:r>
              <a:rPr dirty="0" spc="-570"/>
              <a:t> </a:t>
            </a:r>
            <a:r>
              <a:rPr dirty="0" spc="110"/>
              <a:t>Future</a:t>
            </a:r>
            <a:r>
              <a:rPr dirty="0" spc="-575"/>
              <a:t> </a:t>
            </a:r>
            <a:r>
              <a:rPr dirty="0" spc="685"/>
              <a:t>Scope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16202" y="5780551"/>
            <a:ext cx="3542029" cy="4254500"/>
          </a:xfrm>
          <a:custGeom>
            <a:avLst/>
            <a:gdLst/>
            <a:ahLst/>
            <a:cxnLst/>
            <a:rect l="l" t="t" r="r" b="b"/>
            <a:pathLst>
              <a:path w="3542029" h="4254500">
                <a:moveTo>
                  <a:pt x="22187" y="76200"/>
                </a:moveTo>
                <a:lnTo>
                  <a:pt x="66106" y="76200"/>
                </a:lnTo>
                <a:lnTo>
                  <a:pt x="77730" y="63500"/>
                </a:lnTo>
                <a:lnTo>
                  <a:pt x="85451" y="50800"/>
                </a:lnTo>
                <a:lnTo>
                  <a:pt x="88251" y="38100"/>
                </a:lnTo>
                <a:lnTo>
                  <a:pt x="84774" y="25400"/>
                </a:lnTo>
                <a:lnTo>
                  <a:pt x="75302" y="12700"/>
                </a:lnTo>
                <a:lnTo>
                  <a:pt x="61273" y="0"/>
                </a:lnTo>
                <a:lnTo>
                  <a:pt x="26977" y="0"/>
                </a:lnTo>
                <a:lnTo>
                  <a:pt x="12948" y="12700"/>
                </a:lnTo>
                <a:lnTo>
                  <a:pt x="3476" y="25400"/>
                </a:lnTo>
                <a:lnTo>
                  <a:pt x="0" y="38100"/>
                </a:lnTo>
                <a:lnTo>
                  <a:pt x="2813" y="50800"/>
                </a:lnTo>
                <a:lnTo>
                  <a:pt x="10558" y="63500"/>
                </a:lnTo>
                <a:lnTo>
                  <a:pt x="22187" y="76200"/>
                </a:lnTo>
                <a:close/>
              </a:path>
              <a:path w="3542029" h="4254500">
                <a:moveTo>
                  <a:pt x="36655" y="1917700"/>
                </a:moveTo>
                <a:lnTo>
                  <a:pt x="51596" y="1917700"/>
                </a:lnTo>
                <a:lnTo>
                  <a:pt x="51596" y="76200"/>
                </a:lnTo>
                <a:lnTo>
                  <a:pt x="36655" y="76200"/>
                </a:lnTo>
                <a:lnTo>
                  <a:pt x="36655" y="1917700"/>
                </a:lnTo>
                <a:close/>
              </a:path>
              <a:path w="3542029" h="4254500">
                <a:moveTo>
                  <a:pt x="1111156" y="1854200"/>
                </a:moveTo>
                <a:lnTo>
                  <a:pt x="1165839" y="1854200"/>
                </a:lnTo>
                <a:lnTo>
                  <a:pt x="1158065" y="1841500"/>
                </a:lnTo>
                <a:lnTo>
                  <a:pt x="1139799" y="1841500"/>
                </a:lnTo>
                <a:lnTo>
                  <a:pt x="1072963" y="1320800"/>
                </a:lnTo>
                <a:lnTo>
                  <a:pt x="1067884" y="1308100"/>
                </a:lnTo>
                <a:lnTo>
                  <a:pt x="1063401" y="1320800"/>
                </a:lnTo>
                <a:lnTo>
                  <a:pt x="1062206" y="1320800"/>
                </a:lnTo>
                <a:lnTo>
                  <a:pt x="1041683" y="1333500"/>
                </a:lnTo>
                <a:lnTo>
                  <a:pt x="1060115" y="1333500"/>
                </a:lnTo>
                <a:lnTo>
                  <a:pt x="1124859" y="1841500"/>
                </a:lnTo>
                <a:lnTo>
                  <a:pt x="1111156" y="1854200"/>
                </a:lnTo>
                <a:close/>
              </a:path>
              <a:path w="3542029" h="4254500">
                <a:moveTo>
                  <a:pt x="19797" y="1993900"/>
                </a:moveTo>
                <a:lnTo>
                  <a:pt x="67334" y="1993900"/>
                </a:lnTo>
                <a:lnTo>
                  <a:pt x="79011" y="1981200"/>
                </a:lnTo>
                <a:lnTo>
                  <a:pt x="86048" y="1968500"/>
                </a:lnTo>
                <a:lnTo>
                  <a:pt x="88135" y="1955800"/>
                </a:lnTo>
                <a:lnTo>
                  <a:pt x="84964" y="1943100"/>
                </a:lnTo>
                <a:lnTo>
                  <a:pt x="1060115" y="1333500"/>
                </a:lnTo>
                <a:lnTo>
                  <a:pt x="1041683" y="1333500"/>
                </a:lnTo>
                <a:lnTo>
                  <a:pt x="77095" y="1930400"/>
                </a:lnTo>
                <a:lnTo>
                  <a:pt x="8158" y="1930400"/>
                </a:lnTo>
                <a:lnTo>
                  <a:pt x="1245" y="1943100"/>
                </a:lnTo>
                <a:lnTo>
                  <a:pt x="607" y="1968500"/>
                </a:lnTo>
                <a:lnTo>
                  <a:pt x="6673" y="1981200"/>
                </a:lnTo>
                <a:lnTo>
                  <a:pt x="12619" y="1981200"/>
                </a:lnTo>
                <a:lnTo>
                  <a:pt x="19797" y="1993900"/>
                </a:lnTo>
                <a:close/>
              </a:path>
              <a:path w="3542029" h="4254500">
                <a:moveTo>
                  <a:pt x="3453865" y="1879600"/>
                </a:moveTo>
                <a:lnTo>
                  <a:pt x="3540921" y="1879600"/>
                </a:lnTo>
                <a:lnTo>
                  <a:pt x="3541618" y="1866900"/>
                </a:lnTo>
                <a:lnTo>
                  <a:pt x="3540722" y="1866900"/>
                </a:lnTo>
                <a:lnTo>
                  <a:pt x="3540423" y="1854200"/>
                </a:lnTo>
                <a:lnTo>
                  <a:pt x="3457350" y="1854200"/>
                </a:lnTo>
                <a:lnTo>
                  <a:pt x="1946714" y="1473200"/>
                </a:lnTo>
                <a:lnTo>
                  <a:pt x="1947411" y="1460500"/>
                </a:lnTo>
                <a:lnTo>
                  <a:pt x="1945817" y="1447800"/>
                </a:lnTo>
                <a:lnTo>
                  <a:pt x="1941534" y="1447800"/>
                </a:lnTo>
                <a:lnTo>
                  <a:pt x="1930178" y="1435100"/>
                </a:lnTo>
                <a:lnTo>
                  <a:pt x="1915226" y="1422400"/>
                </a:lnTo>
                <a:lnTo>
                  <a:pt x="1881671" y="1422400"/>
                </a:lnTo>
                <a:lnTo>
                  <a:pt x="1869430" y="1435100"/>
                </a:lnTo>
                <a:lnTo>
                  <a:pt x="1861662" y="1447800"/>
                </a:lnTo>
                <a:lnTo>
                  <a:pt x="1858769" y="1460500"/>
                </a:lnTo>
                <a:lnTo>
                  <a:pt x="1861152" y="1485900"/>
                </a:lnTo>
                <a:lnTo>
                  <a:pt x="1943029" y="1485900"/>
                </a:lnTo>
                <a:lnTo>
                  <a:pt x="3453765" y="1866900"/>
                </a:lnTo>
                <a:lnTo>
                  <a:pt x="3453865" y="1879600"/>
                </a:lnTo>
                <a:close/>
              </a:path>
              <a:path w="3542029" h="4254500">
                <a:moveTo>
                  <a:pt x="20518" y="4178300"/>
                </a:moveTo>
                <a:lnTo>
                  <a:pt x="69326" y="4178300"/>
                </a:lnTo>
                <a:lnTo>
                  <a:pt x="1126055" y="1930400"/>
                </a:lnTo>
                <a:lnTo>
                  <a:pt x="1143386" y="1930400"/>
                </a:lnTo>
                <a:lnTo>
                  <a:pt x="1160006" y="1917700"/>
                </a:lnTo>
                <a:lnTo>
                  <a:pt x="1172658" y="1905000"/>
                </a:lnTo>
                <a:lnTo>
                  <a:pt x="1180211" y="1892300"/>
                </a:lnTo>
                <a:lnTo>
                  <a:pt x="1181535" y="1879600"/>
                </a:lnTo>
                <a:lnTo>
                  <a:pt x="1181137" y="1879600"/>
                </a:lnTo>
                <a:lnTo>
                  <a:pt x="1180340" y="1866900"/>
                </a:lnTo>
                <a:lnTo>
                  <a:pt x="1179444" y="1866900"/>
                </a:lnTo>
                <a:lnTo>
                  <a:pt x="1868225" y="1498600"/>
                </a:lnTo>
                <a:lnTo>
                  <a:pt x="1935434" y="1498600"/>
                </a:lnTo>
                <a:lnTo>
                  <a:pt x="1939708" y="1485900"/>
                </a:lnTo>
                <a:lnTo>
                  <a:pt x="1861152" y="1485900"/>
                </a:lnTo>
                <a:lnTo>
                  <a:pt x="1172371" y="1854200"/>
                </a:lnTo>
                <a:lnTo>
                  <a:pt x="1100916" y="1854200"/>
                </a:lnTo>
                <a:lnTo>
                  <a:pt x="1094954" y="1879600"/>
                </a:lnTo>
                <a:lnTo>
                  <a:pt x="1094081" y="1892300"/>
                </a:lnTo>
                <a:lnTo>
                  <a:pt x="1096303" y="1905000"/>
                </a:lnTo>
                <a:lnTo>
                  <a:pt x="1100281" y="1905000"/>
                </a:lnTo>
                <a:lnTo>
                  <a:pt x="1105791" y="1917700"/>
                </a:lnTo>
                <a:lnTo>
                  <a:pt x="1112608" y="1917700"/>
                </a:lnTo>
                <a:lnTo>
                  <a:pt x="55879" y="4165600"/>
                </a:lnTo>
                <a:lnTo>
                  <a:pt x="21116" y="4165600"/>
                </a:lnTo>
                <a:lnTo>
                  <a:pt x="20518" y="4178300"/>
                </a:lnTo>
                <a:close/>
              </a:path>
              <a:path w="3542029" h="4254500">
                <a:moveTo>
                  <a:pt x="1887737" y="1511300"/>
                </a:moveTo>
                <a:lnTo>
                  <a:pt x="1919721" y="1511300"/>
                </a:lnTo>
                <a:lnTo>
                  <a:pt x="1924104" y="1498600"/>
                </a:lnTo>
                <a:lnTo>
                  <a:pt x="1880514" y="1498600"/>
                </a:lnTo>
                <a:lnTo>
                  <a:pt x="1887737" y="1511300"/>
                </a:lnTo>
                <a:close/>
              </a:path>
              <a:path w="3542029" h="4254500">
                <a:moveTo>
                  <a:pt x="1901593" y="2908300"/>
                </a:moveTo>
                <a:lnTo>
                  <a:pt x="1916833" y="2908300"/>
                </a:lnTo>
                <a:lnTo>
                  <a:pt x="1910657" y="1511300"/>
                </a:lnTo>
                <a:lnTo>
                  <a:pt x="1895418" y="1511300"/>
                </a:lnTo>
                <a:lnTo>
                  <a:pt x="1901593" y="2908300"/>
                </a:lnTo>
                <a:close/>
              </a:path>
              <a:path w="3542029" h="4254500">
                <a:moveTo>
                  <a:pt x="3469901" y="1841500"/>
                </a:moveTo>
                <a:lnTo>
                  <a:pt x="3524984" y="1841500"/>
                </a:lnTo>
                <a:lnTo>
                  <a:pt x="3524087" y="1828800"/>
                </a:lnTo>
                <a:lnTo>
                  <a:pt x="3470996" y="1828800"/>
                </a:lnTo>
                <a:lnTo>
                  <a:pt x="3469901" y="1841500"/>
                </a:lnTo>
                <a:close/>
              </a:path>
              <a:path w="3542029" h="4254500">
                <a:moveTo>
                  <a:pt x="3458147" y="1854200"/>
                </a:moveTo>
                <a:lnTo>
                  <a:pt x="3537036" y="1854200"/>
                </a:lnTo>
                <a:lnTo>
                  <a:pt x="3535642" y="1841500"/>
                </a:lnTo>
                <a:lnTo>
                  <a:pt x="3459542" y="1841500"/>
                </a:lnTo>
                <a:lnTo>
                  <a:pt x="3458147" y="1854200"/>
                </a:lnTo>
                <a:close/>
              </a:path>
              <a:path w="3542029" h="4254500">
                <a:moveTo>
                  <a:pt x="3456953" y="1892300"/>
                </a:moveTo>
                <a:lnTo>
                  <a:pt x="3537833" y="1892300"/>
                </a:lnTo>
                <a:lnTo>
                  <a:pt x="3538431" y="1879600"/>
                </a:lnTo>
                <a:lnTo>
                  <a:pt x="3456654" y="1879600"/>
                </a:lnTo>
                <a:lnTo>
                  <a:pt x="3456953" y="1892300"/>
                </a:lnTo>
                <a:close/>
              </a:path>
              <a:path w="3542029" h="4254500">
                <a:moveTo>
                  <a:pt x="1869022" y="2933700"/>
                </a:moveTo>
                <a:lnTo>
                  <a:pt x="1949703" y="2933700"/>
                </a:lnTo>
                <a:lnTo>
                  <a:pt x="3465818" y="1905000"/>
                </a:lnTo>
                <a:lnTo>
                  <a:pt x="3529865" y="1905000"/>
                </a:lnTo>
                <a:lnTo>
                  <a:pt x="3530662" y="1892300"/>
                </a:lnTo>
                <a:lnTo>
                  <a:pt x="3457451" y="1892300"/>
                </a:lnTo>
                <a:lnTo>
                  <a:pt x="1941336" y="2921000"/>
                </a:lnTo>
                <a:lnTo>
                  <a:pt x="1869321" y="2921000"/>
                </a:lnTo>
                <a:lnTo>
                  <a:pt x="1869022" y="2933700"/>
                </a:lnTo>
                <a:close/>
              </a:path>
              <a:path w="3542029" h="4254500">
                <a:moveTo>
                  <a:pt x="3484344" y="1917700"/>
                </a:moveTo>
                <a:lnTo>
                  <a:pt x="3510442" y="1917700"/>
                </a:lnTo>
                <a:lnTo>
                  <a:pt x="3511537" y="1905000"/>
                </a:lnTo>
                <a:lnTo>
                  <a:pt x="3482751" y="1905000"/>
                </a:lnTo>
                <a:lnTo>
                  <a:pt x="3484344" y="1917700"/>
                </a:lnTo>
                <a:close/>
              </a:path>
              <a:path w="3542029" h="4254500">
                <a:moveTo>
                  <a:pt x="8158" y="1930400"/>
                </a:moveTo>
                <a:lnTo>
                  <a:pt x="77095" y="1930400"/>
                </a:lnTo>
                <a:lnTo>
                  <a:pt x="71612" y="1917700"/>
                </a:lnTo>
                <a:lnTo>
                  <a:pt x="20917" y="1917700"/>
                </a:lnTo>
                <a:lnTo>
                  <a:pt x="8158" y="1930400"/>
                </a:lnTo>
                <a:close/>
              </a:path>
              <a:path w="3542029" h="4254500">
                <a:moveTo>
                  <a:pt x="36655" y="4165600"/>
                </a:moveTo>
                <a:lnTo>
                  <a:pt x="51596" y="4165600"/>
                </a:lnTo>
                <a:lnTo>
                  <a:pt x="51596" y="1993900"/>
                </a:lnTo>
                <a:lnTo>
                  <a:pt x="36655" y="1993900"/>
                </a:lnTo>
                <a:lnTo>
                  <a:pt x="36655" y="4165600"/>
                </a:lnTo>
                <a:close/>
              </a:path>
              <a:path w="3542029" h="4254500">
                <a:moveTo>
                  <a:pt x="1876791" y="2921000"/>
                </a:moveTo>
                <a:lnTo>
                  <a:pt x="1941336" y="2921000"/>
                </a:lnTo>
                <a:lnTo>
                  <a:pt x="1940739" y="2908300"/>
                </a:lnTo>
                <a:lnTo>
                  <a:pt x="1878086" y="2908300"/>
                </a:lnTo>
                <a:lnTo>
                  <a:pt x="1876791" y="2921000"/>
                </a:lnTo>
                <a:close/>
              </a:path>
              <a:path w="3542029" h="4254500">
                <a:moveTo>
                  <a:pt x="1866332" y="2959100"/>
                </a:moveTo>
                <a:lnTo>
                  <a:pt x="1952491" y="2959100"/>
                </a:lnTo>
                <a:lnTo>
                  <a:pt x="1952690" y="2946395"/>
                </a:lnTo>
                <a:lnTo>
                  <a:pt x="1953288" y="2946395"/>
                </a:lnTo>
                <a:lnTo>
                  <a:pt x="1952691" y="2933700"/>
                </a:lnTo>
                <a:lnTo>
                  <a:pt x="1865834" y="2933700"/>
                </a:lnTo>
                <a:lnTo>
                  <a:pt x="1865734" y="2946395"/>
                </a:lnTo>
                <a:lnTo>
                  <a:pt x="1866332" y="2959100"/>
                </a:lnTo>
                <a:close/>
              </a:path>
              <a:path w="3542029" h="4254500">
                <a:moveTo>
                  <a:pt x="3290672" y="4178300"/>
                </a:moveTo>
                <a:lnTo>
                  <a:pt x="3322483" y="4178300"/>
                </a:lnTo>
                <a:lnTo>
                  <a:pt x="2624239" y="3822700"/>
                </a:lnTo>
                <a:lnTo>
                  <a:pt x="2626046" y="3810000"/>
                </a:lnTo>
                <a:lnTo>
                  <a:pt x="2623833" y="3797300"/>
                </a:lnTo>
                <a:lnTo>
                  <a:pt x="2619757" y="3784600"/>
                </a:lnTo>
                <a:lnTo>
                  <a:pt x="3012307" y="3441700"/>
                </a:lnTo>
                <a:lnTo>
                  <a:pt x="3016590" y="3441700"/>
                </a:lnTo>
                <a:lnTo>
                  <a:pt x="3014299" y="3429000"/>
                </a:lnTo>
                <a:lnTo>
                  <a:pt x="3010116" y="3429000"/>
                </a:lnTo>
                <a:lnTo>
                  <a:pt x="2965638" y="3403600"/>
                </a:lnTo>
                <a:lnTo>
                  <a:pt x="2920830" y="3390900"/>
                </a:lnTo>
                <a:lnTo>
                  <a:pt x="2830330" y="3340100"/>
                </a:lnTo>
                <a:lnTo>
                  <a:pt x="2784694" y="3327400"/>
                </a:lnTo>
                <a:lnTo>
                  <a:pt x="2692788" y="3276600"/>
                </a:lnTo>
                <a:lnTo>
                  <a:pt x="2646572" y="3263900"/>
                </a:lnTo>
                <a:lnTo>
                  <a:pt x="2600217" y="3238500"/>
                </a:lnTo>
                <a:lnTo>
                  <a:pt x="2553752" y="3225800"/>
                </a:lnTo>
                <a:lnTo>
                  <a:pt x="2460598" y="3175000"/>
                </a:lnTo>
                <a:lnTo>
                  <a:pt x="2413964" y="3162300"/>
                </a:lnTo>
                <a:lnTo>
                  <a:pt x="2367329" y="3136900"/>
                </a:lnTo>
                <a:lnTo>
                  <a:pt x="2227692" y="3073400"/>
                </a:lnTo>
                <a:lnTo>
                  <a:pt x="2181327" y="3060700"/>
                </a:lnTo>
                <a:lnTo>
                  <a:pt x="2135098" y="3035300"/>
                </a:lnTo>
                <a:lnTo>
                  <a:pt x="2089033" y="3022600"/>
                </a:lnTo>
                <a:lnTo>
                  <a:pt x="1997503" y="2971800"/>
                </a:lnTo>
                <a:lnTo>
                  <a:pt x="1952093" y="2959100"/>
                </a:lnTo>
                <a:lnTo>
                  <a:pt x="1869221" y="2959100"/>
                </a:lnTo>
                <a:lnTo>
                  <a:pt x="1850539" y="2971800"/>
                </a:lnTo>
                <a:lnTo>
                  <a:pt x="1945918" y="2971800"/>
                </a:lnTo>
                <a:lnTo>
                  <a:pt x="2993383" y="3441700"/>
                </a:lnTo>
                <a:lnTo>
                  <a:pt x="2609797" y="3771900"/>
                </a:lnTo>
                <a:lnTo>
                  <a:pt x="2553021" y="3771900"/>
                </a:lnTo>
                <a:lnTo>
                  <a:pt x="2546670" y="3784600"/>
                </a:lnTo>
                <a:lnTo>
                  <a:pt x="2542102" y="3797300"/>
                </a:lnTo>
                <a:lnTo>
                  <a:pt x="2539308" y="3797300"/>
                </a:lnTo>
                <a:lnTo>
                  <a:pt x="2538279" y="3810000"/>
                </a:lnTo>
                <a:lnTo>
                  <a:pt x="2456535" y="3822700"/>
                </a:lnTo>
                <a:lnTo>
                  <a:pt x="2540470" y="3822700"/>
                </a:lnTo>
                <a:lnTo>
                  <a:pt x="2542263" y="3835400"/>
                </a:lnTo>
                <a:lnTo>
                  <a:pt x="2617366" y="3835400"/>
                </a:lnTo>
                <a:lnTo>
                  <a:pt x="3290672" y="4178300"/>
                </a:lnTo>
                <a:close/>
              </a:path>
              <a:path w="3542029" h="4254500">
                <a:moveTo>
                  <a:pt x="1880377" y="2984500"/>
                </a:moveTo>
                <a:lnTo>
                  <a:pt x="1938348" y="2984500"/>
                </a:lnTo>
                <a:lnTo>
                  <a:pt x="1939244" y="2971800"/>
                </a:lnTo>
                <a:lnTo>
                  <a:pt x="1879082" y="2971800"/>
                </a:lnTo>
                <a:lnTo>
                  <a:pt x="1880377" y="2984500"/>
                </a:lnTo>
                <a:close/>
              </a:path>
              <a:path w="3542029" h="4254500">
                <a:moveTo>
                  <a:pt x="7470" y="4191000"/>
                </a:moveTo>
                <a:lnTo>
                  <a:pt x="84367" y="4191000"/>
                </a:lnTo>
                <a:lnTo>
                  <a:pt x="1877787" y="2971800"/>
                </a:lnTo>
                <a:lnTo>
                  <a:pt x="1850539" y="2971800"/>
                </a:lnTo>
                <a:lnTo>
                  <a:pt x="75801" y="4178300"/>
                </a:lnTo>
                <a:lnTo>
                  <a:pt x="7968" y="4178300"/>
                </a:lnTo>
                <a:lnTo>
                  <a:pt x="7470" y="4191000"/>
                </a:lnTo>
                <a:close/>
              </a:path>
              <a:path w="3542029" h="4254500">
                <a:moveTo>
                  <a:pt x="199" y="4216400"/>
                </a:moveTo>
                <a:lnTo>
                  <a:pt x="88151" y="4216400"/>
                </a:lnTo>
                <a:lnTo>
                  <a:pt x="2540470" y="3822700"/>
                </a:lnTo>
                <a:lnTo>
                  <a:pt x="2456535" y="3822700"/>
                </a:lnTo>
                <a:lnTo>
                  <a:pt x="85961" y="4191000"/>
                </a:lnTo>
                <a:lnTo>
                  <a:pt x="2490" y="4191000"/>
                </a:lnTo>
                <a:lnTo>
                  <a:pt x="1793" y="4203700"/>
                </a:lnTo>
                <a:lnTo>
                  <a:pt x="100" y="4203700"/>
                </a:lnTo>
                <a:lnTo>
                  <a:pt x="199" y="4216400"/>
                </a:lnTo>
                <a:close/>
              </a:path>
              <a:path w="3542029" h="4254500">
                <a:moveTo>
                  <a:pt x="2579478" y="3860800"/>
                </a:moveTo>
                <a:lnTo>
                  <a:pt x="2596214" y="3848100"/>
                </a:lnTo>
                <a:lnTo>
                  <a:pt x="2613681" y="3848100"/>
                </a:lnTo>
                <a:lnTo>
                  <a:pt x="2615573" y="3835400"/>
                </a:lnTo>
                <a:lnTo>
                  <a:pt x="2549135" y="3835400"/>
                </a:lnTo>
                <a:lnTo>
                  <a:pt x="2563135" y="3848100"/>
                </a:lnTo>
                <a:lnTo>
                  <a:pt x="2579478" y="3860800"/>
                </a:lnTo>
                <a:close/>
              </a:path>
              <a:path w="3542029" h="4254500">
                <a:moveTo>
                  <a:pt x="3337523" y="4254500"/>
                </a:moveTo>
                <a:lnTo>
                  <a:pt x="3371165" y="4254500"/>
                </a:lnTo>
                <a:lnTo>
                  <a:pt x="3385960" y="4241800"/>
                </a:lnTo>
                <a:lnTo>
                  <a:pt x="3396889" y="4229100"/>
                </a:lnTo>
                <a:lnTo>
                  <a:pt x="3401662" y="4216400"/>
                </a:lnTo>
                <a:lnTo>
                  <a:pt x="3399665" y="4191000"/>
                </a:lnTo>
                <a:lnTo>
                  <a:pt x="3391524" y="4178300"/>
                </a:lnTo>
                <a:lnTo>
                  <a:pt x="3377864" y="4165600"/>
                </a:lnTo>
                <a:lnTo>
                  <a:pt x="3347633" y="4165600"/>
                </a:lnTo>
                <a:lnTo>
                  <a:pt x="3333741" y="4178300"/>
                </a:lnTo>
                <a:lnTo>
                  <a:pt x="3290672" y="4178300"/>
                </a:lnTo>
                <a:lnTo>
                  <a:pt x="3315610" y="4191000"/>
                </a:lnTo>
                <a:lnTo>
                  <a:pt x="3313655" y="4216400"/>
                </a:lnTo>
                <a:lnTo>
                  <a:pt x="3316930" y="4229100"/>
                </a:lnTo>
                <a:lnTo>
                  <a:pt x="3325023" y="4241800"/>
                </a:lnTo>
                <a:lnTo>
                  <a:pt x="3337523" y="4254500"/>
                </a:lnTo>
                <a:close/>
              </a:path>
              <a:path w="3542029" h="4254500">
                <a:moveTo>
                  <a:pt x="2490" y="4229100"/>
                </a:moveTo>
                <a:lnTo>
                  <a:pt x="85860" y="4229100"/>
                </a:lnTo>
                <a:lnTo>
                  <a:pt x="86159" y="4216400"/>
                </a:lnTo>
                <a:lnTo>
                  <a:pt x="2291" y="4216400"/>
                </a:lnTo>
                <a:lnTo>
                  <a:pt x="2490" y="4229100"/>
                </a:lnTo>
                <a:close/>
              </a:path>
              <a:path w="3542029" h="4254500">
                <a:moveTo>
                  <a:pt x="9263" y="4241800"/>
                </a:moveTo>
                <a:lnTo>
                  <a:pt x="79486" y="4241800"/>
                </a:lnTo>
                <a:lnTo>
                  <a:pt x="79785" y="4229100"/>
                </a:lnTo>
                <a:lnTo>
                  <a:pt x="8466" y="4229100"/>
                </a:lnTo>
                <a:lnTo>
                  <a:pt x="9263" y="4241800"/>
                </a:lnTo>
                <a:close/>
              </a:path>
              <a:path w="3542029" h="4254500">
                <a:moveTo>
                  <a:pt x="24602" y="4254500"/>
                </a:moveTo>
                <a:lnTo>
                  <a:pt x="63449" y="4254500"/>
                </a:lnTo>
                <a:lnTo>
                  <a:pt x="65242" y="4241800"/>
                </a:lnTo>
                <a:lnTo>
                  <a:pt x="23905" y="4241800"/>
                </a:lnTo>
                <a:lnTo>
                  <a:pt x="24602" y="4254500"/>
                </a:lnTo>
                <a:close/>
              </a:path>
            </a:pathLst>
          </a:custGeom>
          <a:solidFill>
            <a:srgbClr val="B9D4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206375" indent="-196850">
              <a:lnSpc>
                <a:spcPct val="100000"/>
              </a:lnSpc>
              <a:spcBef>
                <a:spcPts val="705"/>
              </a:spcBef>
              <a:buSzPct val="64788"/>
              <a:buChar char="•"/>
              <a:tabLst>
                <a:tab pos="206375" algn="l"/>
              </a:tabLst>
            </a:pPr>
            <a:r>
              <a:rPr dirty="0"/>
              <a:t>Simplifies</a:t>
            </a:r>
            <a:r>
              <a:rPr dirty="0" spc="-145"/>
              <a:t> </a:t>
            </a:r>
            <a:r>
              <a:rPr dirty="0" spc="105"/>
              <a:t>navigation</a:t>
            </a:r>
            <a:r>
              <a:rPr dirty="0" spc="-140"/>
              <a:t> </a:t>
            </a:r>
            <a:r>
              <a:rPr dirty="0"/>
              <a:t>within</a:t>
            </a:r>
            <a:r>
              <a:rPr dirty="0" spc="-145"/>
              <a:t> </a:t>
            </a:r>
            <a:r>
              <a:rPr dirty="0" spc="105"/>
              <a:t>large</a:t>
            </a:r>
            <a:r>
              <a:rPr dirty="0" spc="-140"/>
              <a:t> </a:t>
            </a:r>
            <a:r>
              <a:rPr dirty="0" spc="190"/>
              <a:t>campuses</a:t>
            </a:r>
          </a:p>
          <a:p>
            <a:pPr marL="206375" indent="-196850">
              <a:lnSpc>
                <a:spcPct val="100000"/>
              </a:lnSpc>
              <a:spcBef>
                <a:spcPts val="605"/>
              </a:spcBef>
              <a:buSzPct val="64788"/>
              <a:buChar char="•"/>
              <a:tabLst>
                <a:tab pos="206375" algn="l"/>
              </a:tabLst>
            </a:pPr>
            <a:r>
              <a:rPr dirty="0" spc="200"/>
              <a:t>Saves</a:t>
            </a:r>
            <a:r>
              <a:rPr dirty="0" spc="-165"/>
              <a:t> </a:t>
            </a:r>
            <a:r>
              <a:rPr dirty="0" spc="85"/>
              <a:t>time</a:t>
            </a:r>
            <a:r>
              <a:rPr dirty="0" spc="-170"/>
              <a:t> </a:t>
            </a:r>
            <a:r>
              <a:rPr dirty="0" spc="215"/>
              <a:t>and</a:t>
            </a:r>
            <a:r>
              <a:rPr dirty="0" spc="-165"/>
              <a:t> </a:t>
            </a:r>
            <a:r>
              <a:rPr dirty="0" spc="85"/>
              <a:t>improves</a:t>
            </a:r>
            <a:r>
              <a:rPr dirty="0" spc="-165"/>
              <a:t> </a:t>
            </a:r>
            <a:r>
              <a:rPr dirty="0" spc="70"/>
              <a:t>accessibility</a:t>
            </a:r>
          </a:p>
          <a:p>
            <a:pPr marL="20955" marR="1332865" indent="-11430">
              <a:lnSpc>
                <a:spcPct val="114199"/>
              </a:lnSpc>
              <a:buSzPct val="64788"/>
              <a:buChar char="•"/>
              <a:tabLst>
                <a:tab pos="206375" algn="l"/>
              </a:tabLst>
            </a:pPr>
            <a:r>
              <a:rPr dirty="0" spc="135"/>
              <a:t>	</a:t>
            </a:r>
            <a:r>
              <a:rPr dirty="0" spc="135"/>
              <a:t>Enhances</a:t>
            </a:r>
            <a:r>
              <a:rPr dirty="0" spc="-45"/>
              <a:t> </a:t>
            </a:r>
            <a:r>
              <a:rPr dirty="0"/>
              <a:t>user</a:t>
            </a:r>
            <a:r>
              <a:rPr dirty="0" spc="-40"/>
              <a:t> </a:t>
            </a:r>
            <a:r>
              <a:rPr dirty="0" spc="65"/>
              <a:t>experience</a:t>
            </a:r>
            <a:r>
              <a:rPr dirty="0" spc="-40"/>
              <a:t> </a:t>
            </a:r>
            <a:r>
              <a:rPr dirty="0"/>
              <a:t>through</a:t>
            </a:r>
            <a:r>
              <a:rPr dirty="0" spc="-40"/>
              <a:t> </a:t>
            </a:r>
            <a:r>
              <a:rPr dirty="0" spc="114"/>
              <a:t>smart </a:t>
            </a:r>
            <a:r>
              <a:rPr dirty="0" spc="150"/>
              <a:t>guidance</a:t>
            </a:r>
          </a:p>
          <a:p>
            <a:pPr marL="20955" marR="1391285" indent="-11430">
              <a:lnSpc>
                <a:spcPct val="114199"/>
              </a:lnSpc>
              <a:spcBef>
                <a:spcPts val="5"/>
              </a:spcBef>
              <a:buSzPct val="64788"/>
              <a:buChar char="•"/>
              <a:tabLst>
                <a:tab pos="206375" algn="l"/>
              </a:tabLst>
            </a:pPr>
            <a:r>
              <a:rPr dirty="0"/>
              <a:t>	</a:t>
            </a:r>
            <a:r>
              <a:rPr dirty="0"/>
              <a:t>Future</a:t>
            </a:r>
            <a:r>
              <a:rPr dirty="0" spc="-145"/>
              <a:t> </a:t>
            </a:r>
            <a:r>
              <a:rPr dirty="0" spc="165"/>
              <a:t>enhancements</a:t>
            </a:r>
            <a:r>
              <a:rPr dirty="0" spc="-145"/>
              <a:t> </a:t>
            </a:r>
            <a:r>
              <a:rPr dirty="0" spc="75"/>
              <a:t>include</a:t>
            </a:r>
            <a:r>
              <a:rPr dirty="0" spc="-145"/>
              <a:t> </a:t>
            </a:r>
            <a:r>
              <a:rPr dirty="0" spc="-114"/>
              <a:t>AI</a:t>
            </a:r>
            <a:r>
              <a:rPr dirty="0" spc="-140"/>
              <a:t> </a:t>
            </a:r>
            <a:r>
              <a:rPr dirty="0" spc="130"/>
              <a:t>chatbot </a:t>
            </a:r>
            <a:r>
              <a:rPr dirty="0" spc="35"/>
              <a:t>integration</a:t>
            </a:r>
          </a:p>
          <a:p>
            <a:pPr marL="20955" marR="5080" indent="-11430">
              <a:lnSpc>
                <a:spcPct val="114199"/>
              </a:lnSpc>
              <a:buSzPct val="64788"/>
              <a:buChar char="•"/>
              <a:tabLst>
                <a:tab pos="206375" algn="l"/>
              </a:tabLst>
            </a:pPr>
            <a:r>
              <a:rPr dirty="0"/>
              <a:t>	</a:t>
            </a:r>
            <a:r>
              <a:rPr dirty="0"/>
              <a:t>Indoor</a:t>
            </a:r>
            <a:r>
              <a:rPr dirty="0" spc="-150"/>
              <a:t> </a:t>
            </a:r>
            <a:r>
              <a:rPr dirty="0" spc="105"/>
              <a:t>navigation</a:t>
            </a:r>
            <a:r>
              <a:rPr dirty="0" spc="-150"/>
              <a:t> </a:t>
            </a:r>
            <a:r>
              <a:rPr dirty="0" spc="215"/>
              <a:t>and</a:t>
            </a:r>
            <a:r>
              <a:rPr dirty="0" spc="-150"/>
              <a:t> </a:t>
            </a:r>
            <a:r>
              <a:rPr dirty="0" spc="125"/>
              <a:t>voice</a:t>
            </a:r>
            <a:r>
              <a:rPr dirty="0" spc="-150"/>
              <a:t> </a:t>
            </a:r>
            <a:r>
              <a:rPr dirty="0" spc="140"/>
              <a:t>assistance</a:t>
            </a:r>
            <a:r>
              <a:rPr dirty="0" spc="-145"/>
              <a:t> </a:t>
            </a:r>
            <a:r>
              <a:rPr dirty="0" spc="280"/>
              <a:t>can</a:t>
            </a:r>
            <a:r>
              <a:rPr dirty="0" spc="-150"/>
              <a:t> </a:t>
            </a:r>
            <a:r>
              <a:rPr dirty="0" spc="160"/>
              <a:t>be </a:t>
            </a:r>
            <a:r>
              <a:rPr dirty="0" spc="210"/>
              <a:t>added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 SATHVIKI</dc:creator>
  <cp:keywords>DAHLDYh3WfI,BAG0d2tJUH4,0</cp:keywords>
  <dc:title>White Blue Illustration Intelligence Redefined Presentation</dc:title>
  <dcterms:created xsi:type="dcterms:W3CDTF">2026-05-29T13:44:10Z</dcterms:created>
  <dcterms:modified xsi:type="dcterms:W3CDTF">2026-05-29T13:44:10Z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2026-05-29T00:00:00Z</vt:filetime>
  </property>
  <property fmtid="{D5CDD505-2E9C-101B-9397-08002B2CF9AE}" pid="3" name="Creator">
    <vt:lpwstr>Canva</vt:lpwstr>
  </property>
  <property fmtid="{D5CDD505-2E9C-101B-9397-08002B2CF9AE}" pid="4" name="LastSaved">
    <vt:filetime>2026-05-29T00:00:00Z</vt:filetime>
  </property>
  <property fmtid="{D5CDD505-2E9C-101B-9397-08002B2CF9AE}" pid="5" name="Producer">
    <vt:lpwstr>Canva</vt:lpwstr>
  </property>
</Properties>
</file>